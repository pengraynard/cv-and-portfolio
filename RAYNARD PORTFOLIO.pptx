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63" r:id="rId3"/>
    <p:sldId id="268" r:id="rId4"/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20" autoAdjust="0"/>
  </p:normalViewPr>
  <p:slideViewPr>
    <p:cSldViewPr snapToGrid="0">
      <p:cViewPr varScale="1">
        <p:scale>
          <a:sx n="148" d="100"/>
          <a:sy n="148" d="100"/>
        </p:scale>
        <p:origin x="76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9FD406-540A-AB78-E51A-6522C7B0A5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9E628-7CCB-6AEA-876F-80CFD8AC2B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DE204-5C40-4640-BAA0-019CF7533642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4C060-CD23-1DBA-C9BB-BF972CA4E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Raynard Tom Magehema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82AF5-F236-92CA-8E09-5CAA7CC2D1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465CD-7117-481E-AE78-98A1DE96E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28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26F58-F3E5-4DB7-A162-F7AC2E2577CF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Raynard Tom Magehema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04E94-4DEE-4B36-BA8D-DB5D53FDC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6748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Raynard Tom Magehema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4E94-4DEE-4B36-BA8D-DB5D53FDC5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10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EE87-FE6E-1155-2DA6-A166D9DB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10E11-B50C-4014-6DBE-0D653ECC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A5789-49E1-F83A-C1ED-B49DEDF91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D267E-5FCA-453F-37AF-A604D25EB3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Raynard Tom Magehema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00AF0-DD22-875D-C63E-9F24EEF9E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4E94-4DEE-4B36-BA8D-DB5D53FDC5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06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E7CE-1EC0-0EFD-496E-3C6F7479B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3D481-5CB8-443A-54D5-030C19BB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EFA1B-2637-FB1E-C255-7C67507D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AD73-1B4A-47CE-983D-56DA6F1771E2}" type="datetime1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1FD8C-4B6C-089A-F04B-66EA6F71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D0A4-3AD2-B4C2-C2FF-B5A0B543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61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A0C-87AA-7206-612D-C0694882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AACA5-C006-89D5-4A7B-C2B435E37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F7808-544F-6701-6B4F-DA5724C29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1609F-2F2C-497B-948C-DCCEF4DC3AB3}" type="datetime1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7CE30-1FE2-DC0A-2E68-B908D5AA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208C7-D2E1-0B56-2CD6-02E44CC0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6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600A-44A7-CBE6-8189-8D503E50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C0290-3C10-AC40-AB47-2D0BF8AF5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B7612-B7D7-65B8-629F-97E817B3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EC52B-8C26-48DE-9F94-C5AC5D4E136E}" type="datetime1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CF21-1747-03DB-DB51-6CE12432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C931-69F9-6C9B-3103-74DBABEB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11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486C-19BC-39A2-C4BD-2E8E6838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97B4-8235-D23D-C7FD-61FD8418E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F6F7E-9317-1EF7-7376-E519DC5D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3D094-1D73-D891-3953-7607C4E8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382CB-CB20-453C-88DA-924C3E0EC26C}" type="datetime1">
              <a:rPr lang="en-GB" smtClean="0"/>
              <a:t>13/05/2025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7AB75-9BC3-305E-E97E-86905521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9E1BA-DD0C-D5A0-E693-6B7C196C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86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33AB-86C8-BE61-2854-2F627031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B6884-28D0-1339-AA78-6CCB52993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25C03-6108-E788-05EE-042B4602F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6DA20-0B2A-3AF2-F1AA-A90AB9DAD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A4F6A-13D3-ED29-FA36-C91139D49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2AF88-F11D-E12C-7718-E3AB7603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2AD1-0EEF-48F8-AAF9-784E04F5B0E6}" type="datetime1">
              <a:rPr lang="en-GB" smtClean="0"/>
              <a:t>13/05/2025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9F4E-71EE-F8CB-B3A1-09EEAD54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85486-E709-8631-FA78-1E5CF07E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35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155F-E197-2B9B-3DCF-0281394C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0009A-066E-DCB9-6870-B20CB98C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A7F-1896-40EB-9CE7-59A9BB3F38CE}" type="datetime1">
              <a:rPr lang="en-GB" smtClean="0"/>
              <a:t>13/05/2025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9415C-7A9A-62B9-F258-52FE38E4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095B2-3A30-126C-1757-093BFD36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1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F7BF6-0B5F-9CC4-3193-C1B13850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BBCD5-74E8-4FBF-AFA8-6CB19E62E880}" type="datetime1">
              <a:rPr lang="en-GB" smtClean="0"/>
              <a:t>13/05/2025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0DC62-A3CB-FBD9-693C-3B654325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AF387-8579-9341-7921-AAA59121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0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371E-AAC2-165E-7901-E464B28B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CB864-C539-51C2-BD13-91AA275E5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E2978-926F-E771-E4B8-93FEA564F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93B58-A805-63C6-DB4A-281A255F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59F1-0FFC-492B-8D4F-0D321DF4FA2A}" type="datetime1">
              <a:rPr lang="en-GB" smtClean="0"/>
              <a:t>13/05/2025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85D7F-2048-60A1-5D40-268DCB7F6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551D2-C78E-4687-BF33-B4C649A2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23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2AF7-DEA6-C90E-F8F3-D3F2118EC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F78FD-5309-4AB7-12DE-F748012EB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39103-2D18-CBB8-31B1-39DDB4BA0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71D61-4F89-BE1F-D3AD-3BA92E12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5ADC2-1DE1-4442-9DDB-3F5F69D5FA25}" type="datetime1">
              <a:rPr lang="en-GB" smtClean="0"/>
              <a:t>13/05/2025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A3880-8F58-9401-8743-45CC8AB2E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E0A2D-3DEE-6AFC-7940-8281AB91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95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B40B-9577-6B68-2CF9-F4251099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2BBF7-42C0-F57A-27CB-74C6DE65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9EEC-2F3E-68D2-FCF7-164C3119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51E04-8670-41B7-9C00-423DB8B0EC68}" type="datetime1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0BD1F-2113-8986-6A1B-95EB3AF9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D561C-CC19-807A-D61C-02589CC8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60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E48AC-11B4-DD86-8DA9-763CFEE84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6FDAB-8D16-1507-E6BE-DE9D1D313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77CB4-F61B-5D26-C6FE-9DDD0396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413D-6D1F-423C-8BC4-E1BA0F934004}" type="datetime1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7EDE4-92CC-E55A-3CA3-E90DEAE5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Raynard Tom Magehema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AFE09-049B-15DF-AD75-BEFBA661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25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90F04-59EC-3B3F-8639-2108A80D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A658F-4C5C-E99F-B566-7B5A8FD2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55FB4-E26D-93B2-4362-84B85C7E3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5CD0B-FA4E-41D5-9D24-1135DEEA61C1}" type="datetime1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465F4-1198-E384-BE2C-276023E2D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Raynard Tom Magehema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8217F-E726-6F82-0BDD-A21132ED8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7F048-1980-4B9F-99A5-21A956FC64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05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jpg"/><Relationship Id="rId26" Type="http://schemas.openxmlformats.org/officeDocument/2006/relationships/image" Target="../media/image29.png"/><Relationship Id="rId39" Type="http://schemas.openxmlformats.org/officeDocument/2006/relationships/image" Target="../media/image42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JPG"/><Relationship Id="rId41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jp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jp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jp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jp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B034-34FF-FDF3-473A-21E71D5D0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3338" y="4366039"/>
            <a:ext cx="5456572" cy="1865263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GB" sz="3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Narrow" panose="020B0606020202030204" pitchFamily="34" charset="0"/>
              </a:rPr>
              <a:t>RAYNARD MAGEHEMA</a:t>
            </a:r>
            <a:br>
              <a:rPr lang="en-GB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Narrow" panose="020B0606020202030204" pitchFamily="34" charset="0"/>
              </a:rPr>
            </a:br>
            <a:r>
              <a:rPr lang="en-GB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Narrow" panose="020B0606020202030204" pitchFamily="34" charset="0"/>
              </a:rPr>
              <a:t>Structural Engineer, P Eng. T</a:t>
            </a:r>
            <a:br>
              <a:rPr lang="en-GB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Narrow" panose="020B0606020202030204" pitchFamily="34" charset="0"/>
              </a:rPr>
            </a:br>
            <a:br>
              <a:rPr lang="en-GB" sz="1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Narrow" panose="020B0606020202030204" pitchFamily="34" charset="0"/>
              </a:rPr>
            </a:br>
            <a:r>
              <a:rPr lang="en-GB" sz="31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 Narrow" panose="020B0606020202030204" pitchFamily="34" charset="0"/>
              </a:rPr>
              <a:t>PhD Student – Civil Engineering.</a:t>
            </a:r>
            <a:br>
              <a:rPr lang="en-GB" sz="1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Narrow" panose="020B0606020202030204" pitchFamily="34" charset="0"/>
              </a:rPr>
            </a:br>
            <a:endParaRPr lang="en-GB" sz="1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Download University of Manchester Logo in SVG Vector or PNG File Format ...">
            <a:extLst>
              <a:ext uri="{FF2B5EF4-FFF2-40B4-BE49-F238E27FC236}">
                <a16:creationId xmlns:a16="http://schemas.microsoft.com/office/drawing/2014/main" id="{25122CC7-E511-543D-A296-8507C50B9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6" r="-1" b="4456"/>
          <a:stretch/>
        </p:blipFill>
        <p:spPr bwMode="auto">
          <a:xfrm>
            <a:off x="1246573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CF7D1F-D025-3C02-9CB5-B2C6049C76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9" r="5680" b="-1"/>
          <a:stretch/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128" name="Oval 127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073A5E-B3EA-DFE8-ADBF-FD9A07654C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23"/>
          <a:stretch/>
        </p:blipFill>
        <p:spPr>
          <a:xfrm>
            <a:off x="5525559" y="725908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69C037-64DB-D7DE-A06D-2F77092381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3" r="12610" b="1"/>
          <a:stretch/>
        </p:blipFill>
        <p:spPr bwMode="auto">
          <a:xfrm>
            <a:off x="8918761" y="-4331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noFill/>
        </p:spPr>
      </p:pic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8427D-E178-20A9-3026-D307618E20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60" b="-3"/>
          <a:stretch/>
        </p:blipFill>
        <p:spPr>
          <a:xfrm>
            <a:off x="9363236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6792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TLSHAPE_SL_48ae526b069c4c0c9d7512c9293af59b_BackgroundRectangle">
            <a:extLst>
              <a:ext uri="{FF2B5EF4-FFF2-40B4-BE49-F238E27FC236}">
                <a16:creationId xmlns:a16="http://schemas.microsoft.com/office/drawing/2014/main" id="{B7EC0F08-9922-453A-AFC5-3272E6BCA1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12115" y="1171900"/>
            <a:ext cx="11628059" cy="791718"/>
          </a:xfrm>
          <a:prstGeom prst="rect">
            <a:avLst/>
          </a:prstGeom>
          <a:solidFill>
            <a:schemeClr val="accent3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55" name="OTLSHAPE_SL_0d8c40bdc369467c8dcb752c0e1554fa_BackgroundRectangle">
            <a:extLst>
              <a:ext uri="{FF2B5EF4-FFF2-40B4-BE49-F238E27FC236}">
                <a16:creationId xmlns:a16="http://schemas.microsoft.com/office/drawing/2014/main" id="{5C4BA824-30FB-46A2-A78D-D9D4F413481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4076" y="2036148"/>
            <a:ext cx="11685814" cy="2501617"/>
          </a:xfrm>
          <a:prstGeom prst="rect">
            <a:avLst/>
          </a:prstGeom>
          <a:solidFill>
            <a:schemeClr val="accent3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245" name="OTLSHAPE_TB_00000000000000000000000000000000_ScaleContainer">
            <a:extLst>
              <a:ext uri="{FF2B5EF4-FFF2-40B4-BE49-F238E27FC236}">
                <a16:creationId xmlns:a16="http://schemas.microsoft.com/office/drawing/2014/main" id="{C8CBD92C-8239-439C-BA0D-891E66C107E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61922" y="619623"/>
            <a:ext cx="10487302" cy="381000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53" name="OTLSHAPE_SL_48ae526b069c4c0c9d7512c9293af59b_HeaderRectangle">
            <a:extLst>
              <a:ext uri="{FF2B5EF4-FFF2-40B4-BE49-F238E27FC236}">
                <a16:creationId xmlns:a16="http://schemas.microsoft.com/office/drawing/2014/main" id="{1059F6DF-BA5F-44F5-BCD5-14CC3D1D093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287" y="1165346"/>
            <a:ext cx="1346200" cy="791718"/>
          </a:xfrm>
          <a:prstGeom prst="rect">
            <a:avLst/>
          </a:prstGeom>
          <a:solidFill>
            <a:srgbClr val="C9CC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56" name="OTLSHAPE_SL_0d8c40bdc369467c8dcb752c0e1554fa_HeaderRectangle">
            <a:extLst>
              <a:ext uri="{FF2B5EF4-FFF2-40B4-BE49-F238E27FC236}">
                <a16:creationId xmlns:a16="http://schemas.microsoft.com/office/drawing/2014/main" id="{C585B561-DBB6-4219-AA29-AF28B9CAA57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89287" y="2020564"/>
            <a:ext cx="1346200" cy="2482142"/>
          </a:xfrm>
          <a:prstGeom prst="rect">
            <a:avLst/>
          </a:prstGeom>
          <a:solidFill>
            <a:srgbClr val="C9CC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40" name="OTLSHAPE_SLT_19fd22ba578a414dbb8538d94d47e158_Shape">
            <a:extLst>
              <a:ext uri="{FF2B5EF4-FFF2-40B4-BE49-F238E27FC236}">
                <a16:creationId xmlns:a16="http://schemas.microsoft.com/office/drawing/2014/main" id="{530A59E1-25CE-42ED-BB66-A3DCA4FA9FA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593798" y="1562363"/>
            <a:ext cx="1445307" cy="203200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44" name="OTLSHAPE_SLT_8335392a301c48cdb600a90dd969c507_Shape">
            <a:extLst>
              <a:ext uri="{FF2B5EF4-FFF2-40B4-BE49-F238E27FC236}">
                <a16:creationId xmlns:a16="http://schemas.microsoft.com/office/drawing/2014/main" id="{C301BD4E-9588-432E-9DAE-D9F227EF856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820313" y="1529872"/>
            <a:ext cx="1551848" cy="203200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rial Narrow" panose="020B0606020202030204" pitchFamily="34" charset="0"/>
            </a:endParaRPr>
          </a:p>
        </p:txBody>
      </p:sp>
      <p:sp>
        <p:nvSpPr>
          <p:cNvPr id="46" name="OTLSHAPE_SLT_fcb504d0b32640d3ae6e9d012f3abbfb_Shape">
            <a:extLst>
              <a:ext uri="{FF2B5EF4-FFF2-40B4-BE49-F238E27FC236}">
                <a16:creationId xmlns:a16="http://schemas.microsoft.com/office/drawing/2014/main" id="{E092E435-4F91-402C-A03B-543637196B0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689148" y="2059216"/>
            <a:ext cx="3606615" cy="324545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spc="-10" dirty="0">
                <a:solidFill>
                  <a:schemeClr val="lt1"/>
                </a:solidFill>
                <a:latin typeface="Arial Narrow" panose="020B0606020202030204" pitchFamily="34" charset="0"/>
              </a:rPr>
              <a:t>Selca Consult (T) Ltd</a:t>
            </a:r>
            <a:r>
              <a:rPr lang="en-US" sz="1200" b="1" spc="-10" dirty="0">
                <a:latin typeface="Arial Narrow" panose="020B0606020202030204" pitchFamily="34" charset="0"/>
              </a:rPr>
              <a:t>:  </a:t>
            </a:r>
            <a:r>
              <a:rPr lang="en-US" sz="1200" b="1" spc="-10" dirty="0">
                <a:solidFill>
                  <a:schemeClr val="lt1"/>
                </a:solidFill>
                <a:latin typeface="Arial Narrow" panose="020B0606020202030204" pitchFamily="34" charset="0"/>
              </a:rPr>
              <a:t>Civil Engineering Trainee</a:t>
            </a:r>
            <a:endParaRPr lang="en-US" sz="1600" b="1" spc="-10" dirty="0">
              <a:solidFill>
                <a:schemeClr val="lt1"/>
              </a:solidFill>
              <a:latin typeface="Arial Narrow" panose="020B0606020202030204" pitchFamily="34" charset="0"/>
            </a:endParaRPr>
          </a:p>
        </p:txBody>
      </p:sp>
      <p:sp>
        <p:nvSpPr>
          <p:cNvPr id="50" name="OTLSHAPE_SLT_815e48e019384acd82b1263255cd0459_Shape">
            <a:extLst>
              <a:ext uri="{FF2B5EF4-FFF2-40B4-BE49-F238E27FC236}">
                <a16:creationId xmlns:a16="http://schemas.microsoft.com/office/drawing/2014/main" id="{4E558D77-7AC1-4B83-A8A3-E30A597BCCB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829709" y="2486857"/>
            <a:ext cx="7019515" cy="338480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lt1"/>
                </a:solidFill>
                <a:latin typeface="Arial Narrow" panose="020B0606020202030204" pitchFamily="34" charset="0"/>
              </a:rPr>
              <a:t>Ardhi University, Tanzania: Assistant Lecturer</a:t>
            </a:r>
          </a:p>
        </p:txBody>
      </p:sp>
      <p:sp>
        <p:nvSpPr>
          <p:cNvPr id="48" name="OTLSHAPE_SLT_5da6cb0b1d4a457dbf66402fa0bdbb9d_Shape">
            <a:extLst>
              <a:ext uri="{FF2B5EF4-FFF2-40B4-BE49-F238E27FC236}">
                <a16:creationId xmlns:a16="http://schemas.microsoft.com/office/drawing/2014/main" id="{9BAC0A40-9BE9-4591-997B-E0EFD1F12F3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182220" y="3145605"/>
            <a:ext cx="3667004" cy="327273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spc="-10" dirty="0">
                <a:solidFill>
                  <a:schemeClr val="lt1"/>
                </a:solidFill>
                <a:latin typeface="Arial Narrow" panose="020B0606020202030204" pitchFamily="34" charset="0"/>
              </a:rPr>
              <a:t>Selca Consult (T) Ltd: Structural Engineer</a:t>
            </a:r>
          </a:p>
        </p:txBody>
      </p:sp>
      <p:sp>
        <p:nvSpPr>
          <p:cNvPr id="54" name="OTLSHAPE_SL_48ae526b069c4c0c9d7512c9293af59b_Header">
            <a:extLst>
              <a:ext uri="{FF2B5EF4-FFF2-40B4-BE49-F238E27FC236}">
                <a16:creationId xmlns:a16="http://schemas.microsoft.com/office/drawing/2014/main" id="{0BC7F5D1-5898-41F8-877D-D87FBB28596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9287" y="1441888"/>
            <a:ext cx="1346200" cy="23863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  <a:latin typeface="Arial Narrow" panose="020B0606020202030204" pitchFamily="34" charset="0"/>
              </a:rPr>
              <a:t>EDUCATION</a:t>
            </a:r>
          </a:p>
          <a:p>
            <a:pPr algn="ctr"/>
            <a:endParaRPr lang="en-US"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57" name="OTLSHAPE_SL_0d8c40bdc369467c8dcb752c0e1554fa_Header">
            <a:extLst>
              <a:ext uri="{FF2B5EF4-FFF2-40B4-BE49-F238E27FC236}">
                <a16:creationId xmlns:a16="http://schemas.microsoft.com/office/drawing/2014/main" id="{F4C7E4CC-88E4-42A1-9025-BB4059CD194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63409" y="3013264"/>
            <a:ext cx="1346200" cy="23863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  <a:latin typeface="Arial Narrow" panose="020B0606020202030204" pitchFamily="34" charset="0"/>
              </a:rPr>
              <a:t>CAREER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F0441B0C-B762-4AD7-BB23-F9E11C58C99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723477" y="663611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2019</a:t>
            </a: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id="{80318D3A-4484-4351-86F4-D25CEE3A5569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102606" y="663611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2020</a:t>
            </a: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id="{AD2FE332-5311-417B-82A7-7DCA44DA531C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479849" y="663611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2021</a:t>
            </a: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id="{A0C3A3F3-CDE0-4771-B402-C8339B91A17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858978" y="663611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2022</a:t>
            </a:r>
          </a:p>
        </p:txBody>
      </p:sp>
      <p:sp>
        <p:nvSpPr>
          <p:cNvPr id="12" name="OTLSHAPE_TB_00000000000000000000000000000000_TimescaleInterval5">
            <a:extLst>
              <a:ext uri="{FF2B5EF4-FFF2-40B4-BE49-F238E27FC236}">
                <a16:creationId xmlns:a16="http://schemas.microsoft.com/office/drawing/2014/main" id="{5F2B5F02-FDFA-43E7-9A88-ACAF6F3DF2A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7236220" y="663611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2023</a:t>
            </a:r>
          </a:p>
        </p:txBody>
      </p:sp>
      <p:sp>
        <p:nvSpPr>
          <p:cNvPr id="13" name="OTLSHAPE_TB_00000000000000000000000000000000_TimescaleInterval6">
            <a:extLst>
              <a:ext uri="{FF2B5EF4-FFF2-40B4-BE49-F238E27FC236}">
                <a16:creationId xmlns:a16="http://schemas.microsoft.com/office/drawing/2014/main" id="{73EF261C-340A-47C9-B68F-EB87B786BEF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615349" y="663611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2024</a:t>
            </a:r>
          </a:p>
        </p:txBody>
      </p:sp>
      <p:sp>
        <p:nvSpPr>
          <p:cNvPr id="74" name="OTLSHAPE_SLT_576a93ecc79c4990b10033c02c3f651f_Title">
            <a:extLst>
              <a:ext uri="{FF2B5EF4-FFF2-40B4-BE49-F238E27FC236}">
                <a16:creationId xmlns:a16="http://schemas.microsoft.com/office/drawing/2014/main" id="{716A36B7-E9BB-4C6E-88EA-3350DBA52E5C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2118429" y="1203446"/>
            <a:ext cx="1397000" cy="35797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endParaRPr lang="en-US" sz="1400" spc="-6" dirty="0">
              <a:solidFill>
                <a:srgbClr val="C1272D"/>
              </a:solidFill>
              <a:latin typeface="Arial Narrow" panose="020B0606020202030204" pitchFamily="34" charset="0"/>
            </a:endParaRPr>
          </a:p>
        </p:txBody>
      </p:sp>
      <p:sp>
        <p:nvSpPr>
          <p:cNvPr id="81" name="OTLSHAPE_SLT_19fd22ba578a414dbb8538d94d47e158_JoinedDate">
            <a:extLst>
              <a:ext uri="{FF2B5EF4-FFF2-40B4-BE49-F238E27FC236}">
                <a16:creationId xmlns:a16="http://schemas.microsoft.com/office/drawing/2014/main" id="{CF2FF674-0FB5-4CAC-AC7D-25A86BA0B51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617160" y="1742584"/>
            <a:ext cx="916267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50" b="1" spc="-14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2015 - 2019</a:t>
            </a:r>
          </a:p>
        </p:txBody>
      </p:sp>
      <p:sp>
        <p:nvSpPr>
          <p:cNvPr id="82" name="OTLSHAPE_SLT_19fd22ba578a414dbb8538d94d47e158_Title">
            <a:extLst>
              <a:ext uri="{FF2B5EF4-FFF2-40B4-BE49-F238E27FC236}">
                <a16:creationId xmlns:a16="http://schemas.microsoft.com/office/drawing/2014/main" id="{572DF0CB-D291-4FA8-AFBA-657FB033C0F8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636262" y="1171901"/>
            <a:ext cx="2506477" cy="35797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400" b="1" spc="-6" dirty="0">
                <a:solidFill>
                  <a:srgbClr val="0070C0"/>
                </a:solidFill>
                <a:latin typeface="Arial Narrow" panose="020B0606020202030204" pitchFamily="34" charset="0"/>
              </a:rPr>
              <a:t>BSc. Civil Engineering (First Class)</a:t>
            </a:r>
          </a:p>
          <a:p>
            <a:r>
              <a:rPr lang="en-GB" sz="1400" b="1" spc="-6" dirty="0">
                <a:solidFill>
                  <a:srgbClr val="0070C0"/>
                </a:solidFill>
                <a:latin typeface="Arial Narrow" panose="020B0606020202030204" pitchFamily="34" charset="0"/>
              </a:rPr>
              <a:t>Ardhi University ,Tanzania</a:t>
            </a:r>
            <a:endParaRPr lang="en-US" sz="1400" b="1" spc="-6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89" name="OTLSHAPE_SLT_8335392a301c48cdb600a90dd969c507_JoinedDate">
            <a:extLst>
              <a:ext uri="{FF2B5EF4-FFF2-40B4-BE49-F238E27FC236}">
                <a16:creationId xmlns:a16="http://schemas.microsoft.com/office/drawing/2014/main" id="{D7411D53-101F-4F25-B5D5-FF24729F9FF3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944436" y="1778363"/>
            <a:ext cx="1057559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50" b="1" spc="-14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2022 - 2023</a:t>
            </a:r>
          </a:p>
        </p:txBody>
      </p:sp>
      <p:sp>
        <p:nvSpPr>
          <p:cNvPr id="90" name="OTLSHAPE_SLT_8335392a301c48cdb600a90dd969c507_Title">
            <a:extLst>
              <a:ext uri="{FF2B5EF4-FFF2-40B4-BE49-F238E27FC236}">
                <a16:creationId xmlns:a16="http://schemas.microsoft.com/office/drawing/2014/main" id="{F0189475-D04B-4808-A19F-033BBBE4510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880728" y="1140105"/>
            <a:ext cx="2898312" cy="4033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400" b="1" spc="-2" dirty="0">
                <a:solidFill>
                  <a:srgbClr val="0070C0"/>
                </a:solidFill>
                <a:latin typeface="Arial Narrow" panose="020B0606020202030204" pitchFamily="34" charset="0"/>
              </a:rPr>
              <a:t>MSc. Structural Engineering (Distinction)</a:t>
            </a:r>
          </a:p>
          <a:p>
            <a:r>
              <a:rPr lang="en-GB" sz="1400" b="1" spc="-2" dirty="0">
                <a:solidFill>
                  <a:srgbClr val="0070C0"/>
                </a:solidFill>
                <a:latin typeface="Arial Narrow" panose="020B0606020202030204" pitchFamily="34" charset="0"/>
              </a:rPr>
              <a:t>University of Manchester</a:t>
            </a:r>
          </a:p>
        </p:txBody>
      </p:sp>
      <p:sp>
        <p:nvSpPr>
          <p:cNvPr id="108" name="OTLSHAPE_SLT_fcb504d0b32640d3ae6e9d012f3abbfb_JoinedDate">
            <a:extLst>
              <a:ext uri="{FF2B5EF4-FFF2-40B4-BE49-F238E27FC236}">
                <a16:creationId xmlns:a16="http://schemas.microsoft.com/office/drawing/2014/main" id="{3D29BE88-654A-4C7C-93E6-62B3830E52A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723477" y="2156646"/>
            <a:ext cx="897352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50" b="1" spc="-14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2019 - 2021</a:t>
            </a:r>
          </a:p>
        </p:txBody>
      </p:sp>
      <p:sp>
        <p:nvSpPr>
          <p:cNvPr id="109" name="OTLSHAPE_SLT_fcb504d0b32640d3ae6e9d012f3abbfb_Title">
            <a:extLst>
              <a:ext uri="{FF2B5EF4-FFF2-40B4-BE49-F238E27FC236}">
                <a16:creationId xmlns:a16="http://schemas.microsoft.com/office/drawing/2014/main" id="{74C7B6B0-1B90-4E6C-8240-DBEE7C1D2DCF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099596" y="2493127"/>
            <a:ext cx="2590173" cy="85108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spc="-10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Design and Supervision of civil engineering projects.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spc="-10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Proposal preparations</a:t>
            </a:r>
          </a:p>
          <a:p>
            <a:pPr algn="ctr"/>
            <a:endParaRPr lang="en-US" sz="1400" b="1" spc="-10" dirty="0">
              <a:solidFill>
                <a:schemeClr val="lt1"/>
              </a:solidFill>
              <a:latin typeface="Arial Narrow" panose="020B0606020202030204" pitchFamily="34" charset="0"/>
            </a:endParaRPr>
          </a:p>
        </p:txBody>
      </p:sp>
      <p:sp>
        <p:nvSpPr>
          <p:cNvPr id="116" name="OTLSHAPE_SLT_815e48e019384acd82b1263255cd0459_JoinedDate">
            <a:extLst>
              <a:ext uri="{FF2B5EF4-FFF2-40B4-BE49-F238E27FC236}">
                <a16:creationId xmlns:a16="http://schemas.microsoft.com/office/drawing/2014/main" id="{05ABA15E-236D-4612-9294-44D85F7243AF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6006317" y="2317688"/>
            <a:ext cx="1139146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50" b="1" spc="-14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2021 – To Date</a:t>
            </a:r>
          </a:p>
        </p:txBody>
      </p:sp>
      <p:sp>
        <p:nvSpPr>
          <p:cNvPr id="117" name="OTLSHAPE_SLT_815e48e019384acd82b1263255cd0459_Title">
            <a:extLst>
              <a:ext uri="{FF2B5EF4-FFF2-40B4-BE49-F238E27FC236}">
                <a16:creationId xmlns:a16="http://schemas.microsoft.com/office/drawing/2014/main" id="{D8ED80A6-B7C3-4CD0-8DE1-B9693244390F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4916635" y="2784405"/>
            <a:ext cx="2610643" cy="12719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endParaRPr lang="en-US" sz="1400" b="1" dirty="0">
              <a:solidFill>
                <a:schemeClr val="lt1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Teaching Civil Engineering Courses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Research Activities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Engineering Consultancy services</a:t>
            </a:r>
          </a:p>
        </p:txBody>
      </p:sp>
      <p:sp>
        <p:nvSpPr>
          <p:cNvPr id="124" name="OTLSHAPE_SLT_5da6cb0b1d4a457dbf66402fa0bdbb9d_JoinedDate">
            <a:extLst>
              <a:ext uri="{FF2B5EF4-FFF2-40B4-BE49-F238E27FC236}">
                <a16:creationId xmlns:a16="http://schemas.microsoft.com/office/drawing/2014/main" id="{43BE5917-BF9A-43F2-9B42-ECEDBFE0D89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8779040" y="2964072"/>
            <a:ext cx="1150051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50" b="1" spc="-14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2023 – To date</a:t>
            </a:r>
          </a:p>
        </p:txBody>
      </p:sp>
      <p:sp>
        <p:nvSpPr>
          <p:cNvPr id="125" name="OTLSHAPE_SLT_5da6cb0b1d4a457dbf66402fa0bdbb9d_Title">
            <a:extLst>
              <a:ext uri="{FF2B5EF4-FFF2-40B4-BE49-F238E27FC236}">
                <a16:creationId xmlns:a16="http://schemas.microsoft.com/office/drawing/2014/main" id="{FD06399B-FFE1-4DCE-9F05-276FCD557264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247704" y="3562706"/>
            <a:ext cx="2712757" cy="101098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spc="-10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Design and supervision of structural engineering projects.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spc="-10" dirty="0">
                <a:solidFill>
                  <a:schemeClr val="accent2">
                    <a:lumMod val="50000"/>
                  </a:schemeClr>
                </a:solidFill>
                <a:latin typeface="Arial Narrow" panose="020B0606020202030204" pitchFamily="34" charset="0"/>
              </a:rPr>
              <a:t>Training and mentoring graduate engineers</a:t>
            </a:r>
            <a:r>
              <a:rPr lang="en-US" sz="1400" b="1" spc="-10" dirty="0">
                <a:solidFill>
                  <a:srgbClr val="003DC4"/>
                </a:solidFill>
                <a:latin typeface="Arial Narrow" panose="020B0606020202030204" pitchFamily="34" charset="0"/>
              </a:rPr>
              <a:t>.</a:t>
            </a:r>
          </a:p>
          <a:p>
            <a:pPr algn="ctr"/>
            <a:endParaRPr lang="en-US" sz="1400" b="1" spc="-10" dirty="0">
              <a:solidFill>
                <a:srgbClr val="003DC4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47" name="OTLSHAPE_TB_00000000000000000000000000000000_Separator1">
            <a:extLst>
              <a:ext uri="{FF2B5EF4-FFF2-40B4-BE49-F238E27FC236}">
                <a16:creationId xmlns:a16="http://schemas.microsoft.com/office/drawing/2014/main" id="{801792AC-E34D-49B4-AF3C-84DA4E386E68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3039106" y="644646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OTLSHAPE_TB_00000000000000000000000000000000_Separator2">
            <a:extLst>
              <a:ext uri="{FF2B5EF4-FFF2-40B4-BE49-F238E27FC236}">
                <a16:creationId xmlns:a16="http://schemas.microsoft.com/office/drawing/2014/main" id="{FA80DF98-A2C6-4EA2-A53B-12AC2EA86DDD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4416349" y="644646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OTLSHAPE_TB_00000000000000000000000000000000_Separator3">
            <a:extLst>
              <a:ext uri="{FF2B5EF4-FFF2-40B4-BE49-F238E27FC236}">
                <a16:creationId xmlns:a16="http://schemas.microsoft.com/office/drawing/2014/main" id="{114ED001-B539-4103-B741-7AB85AEEF88D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795478" y="644646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OTLSHAPE_TB_00000000000000000000000000000000_Separator4">
            <a:extLst>
              <a:ext uri="{FF2B5EF4-FFF2-40B4-BE49-F238E27FC236}">
                <a16:creationId xmlns:a16="http://schemas.microsoft.com/office/drawing/2014/main" id="{8EF6C72B-B044-4A29-8A93-D015C6AB944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7172720" y="644646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OTLSHAPE_TB_00000000000000000000000000000000_Separator5">
            <a:extLst>
              <a:ext uri="{FF2B5EF4-FFF2-40B4-BE49-F238E27FC236}">
                <a16:creationId xmlns:a16="http://schemas.microsoft.com/office/drawing/2014/main" id="{4522548A-14FA-40F5-9DF4-B762044DA434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8551849" y="644646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OTLSHAPE_TB_00000000000000000000000000000000_Separator6">
            <a:extLst>
              <a:ext uri="{FF2B5EF4-FFF2-40B4-BE49-F238E27FC236}">
                <a16:creationId xmlns:a16="http://schemas.microsoft.com/office/drawing/2014/main" id="{1CCD474F-D2E2-4B0D-A360-B0B141330504}"/>
              </a:ext>
            </a:extLst>
          </p:cNvPr>
          <p:cNvCxnSpPr/>
          <p:nvPr>
            <p:custDataLst>
              <p:tags r:id="rId36"/>
            </p:custDataLst>
          </p:nvPr>
        </p:nvCxnSpPr>
        <p:spPr>
          <a:xfrm>
            <a:off x="9929092" y="644646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TLSHAPE_M_d24de029e47e42e99c5837f35db55358_Shape">
            <a:extLst>
              <a:ext uri="{FF2B5EF4-FFF2-40B4-BE49-F238E27FC236}">
                <a16:creationId xmlns:a16="http://schemas.microsoft.com/office/drawing/2014/main" id="{1B2229EC-C527-4D2F-BBC1-1CE65298BD75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7933684" y="500365"/>
            <a:ext cx="177800" cy="177800"/>
          </a:xfrm>
          <a:prstGeom prst="ellipse">
            <a:avLst/>
          </a:prstGeom>
          <a:solidFill>
            <a:srgbClr val="C9CC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rial Narrow" panose="020B0606020202030204" pitchFamily="34" charset="0"/>
            </a:endParaRPr>
          </a:p>
        </p:txBody>
      </p:sp>
      <p:sp>
        <p:nvSpPr>
          <p:cNvPr id="37" name="OTLSHAPE_M_2948347775f2410c86866149a03a13c3_Shape">
            <a:extLst>
              <a:ext uri="{FF2B5EF4-FFF2-40B4-BE49-F238E27FC236}">
                <a16:creationId xmlns:a16="http://schemas.microsoft.com/office/drawing/2014/main" id="{BBF1154F-2AD5-4838-A367-8A89B1B5A711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6808182" y="492083"/>
            <a:ext cx="177800" cy="177800"/>
          </a:xfrm>
          <a:prstGeom prst="ellipse">
            <a:avLst/>
          </a:prstGeom>
          <a:solidFill>
            <a:srgbClr val="C9CC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rial Narrow" panose="020B0606020202030204" pitchFamily="34" charset="0"/>
            </a:endParaRPr>
          </a:p>
        </p:txBody>
      </p:sp>
      <p:sp>
        <p:nvSpPr>
          <p:cNvPr id="154" name="OTLSHAPE_M_2948347775f2410c86866149a03a13c3_Title">
            <a:extLst>
              <a:ext uri="{FF2B5EF4-FFF2-40B4-BE49-F238E27FC236}">
                <a16:creationId xmlns:a16="http://schemas.microsoft.com/office/drawing/2014/main" id="{1E15AF95-C03B-4E8C-B84B-232496D23259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5676941" y="35480"/>
            <a:ext cx="1438670" cy="37317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400" b="1" spc="-2" dirty="0">
                <a:solidFill>
                  <a:srgbClr val="0070C0"/>
                </a:solidFill>
                <a:latin typeface="Arial Narrow" panose="020B0606020202030204" pitchFamily="34" charset="0"/>
              </a:rPr>
              <a:t>Equity and Merit</a:t>
            </a:r>
          </a:p>
          <a:p>
            <a:pPr algn="ctr"/>
            <a:r>
              <a:rPr lang="en-US" sz="1400" b="1" spc="-2" dirty="0">
                <a:solidFill>
                  <a:srgbClr val="0070C0"/>
                </a:solidFill>
                <a:latin typeface="Arial Narrow" panose="020B0606020202030204" pitchFamily="34" charset="0"/>
              </a:rPr>
              <a:t> Scholarships</a:t>
            </a:r>
          </a:p>
        </p:txBody>
      </p:sp>
      <p:sp>
        <p:nvSpPr>
          <p:cNvPr id="155" name="OTLSHAPE_M_2948347775f2410c86866149a03a13c3_Date">
            <a:extLst>
              <a:ext uri="{FF2B5EF4-FFF2-40B4-BE49-F238E27FC236}">
                <a16:creationId xmlns:a16="http://schemas.microsoft.com/office/drawing/2014/main" id="{A17807DD-24D4-4F8D-BF41-3351B5612EFE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6786033" y="325653"/>
            <a:ext cx="399898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50" b="1" spc="-32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2022</a:t>
            </a:r>
          </a:p>
        </p:txBody>
      </p:sp>
      <p:sp>
        <p:nvSpPr>
          <p:cNvPr id="157" name="OTLSHAPE_M_d24de029e47e42e99c5837f35db55358_Title">
            <a:extLst>
              <a:ext uri="{FF2B5EF4-FFF2-40B4-BE49-F238E27FC236}">
                <a16:creationId xmlns:a16="http://schemas.microsoft.com/office/drawing/2014/main" id="{F9B79FA0-036E-4DE3-B5A0-2BBD8CEB7B9F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7883748" y="-4189"/>
            <a:ext cx="1720335" cy="3415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Arial Narrow" panose="020B0606020202030204" pitchFamily="34" charset="0"/>
              </a:rPr>
              <a:t>ERB Professional Engineering Charter </a:t>
            </a:r>
          </a:p>
        </p:txBody>
      </p:sp>
      <p:sp>
        <p:nvSpPr>
          <p:cNvPr id="158" name="OTLSHAPE_M_d24de029e47e42e99c5837f35db55358_Date">
            <a:extLst>
              <a:ext uri="{FF2B5EF4-FFF2-40B4-BE49-F238E27FC236}">
                <a16:creationId xmlns:a16="http://schemas.microsoft.com/office/drawing/2014/main" id="{5162AB33-ED58-46D8-B27A-3DC4021D1674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7965149" y="351505"/>
            <a:ext cx="370165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50" b="1" spc="-32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2023</a:t>
            </a:r>
          </a:p>
        </p:txBody>
      </p:sp>
      <p:sp>
        <p:nvSpPr>
          <p:cNvPr id="59" name="OTLSHAPE_SL_0d8c40bdc369467c8dcb752c0e1554fa_HeaderRectangle">
            <a:extLst>
              <a:ext uri="{FF2B5EF4-FFF2-40B4-BE49-F238E27FC236}">
                <a16:creationId xmlns:a16="http://schemas.microsoft.com/office/drawing/2014/main" id="{C585B561-DBB6-4219-AA29-AF28B9CAA572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174076" y="4587707"/>
            <a:ext cx="1346200" cy="1668299"/>
          </a:xfrm>
          <a:prstGeom prst="rect">
            <a:avLst/>
          </a:prstGeom>
          <a:solidFill>
            <a:srgbClr val="C9CC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60" name="OTLSHAPE_SL_0d8c40bdc369467c8dcb752c0e1554fa_Header">
            <a:extLst>
              <a:ext uri="{FF2B5EF4-FFF2-40B4-BE49-F238E27FC236}">
                <a16:creationId xmlns:a16="http://schemas.microsoft.com/office/drawing/2014/main" id="{F4C7E4CC-88E4-42A1-9025-BB4059CD194B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74076" y="5183223"/>
            <a:ext cx="1346200" cy="23863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  <a:latin typeface="Arial Narrow" panose="020B0606020202030204" pitchFamily="34" charset="0"/>
              </a:rPr>
              <a:t>SKILLS</a:t>
            </a:r>
          </a:p>
        </p:txBody>
      </p:sp>
      <p:sp>
        <p:nvSpPr>
          <p:cNvPr id="61" name="OTLSHAPE_SL_0d8c40bdc369467c8dcb752c0e1554fa_BackgroundRectangle">
            <a:extLst>
              <a:ext uri="{FF2B5EF4-FFF2-40B4-BE49-F238E27FC236}">
                <a16:creationId xmlns:a16="http://schemas.microsoft.com/office/drawing/2014/main" id="{5C4BA824-30FB-46A2-A78D-D9D4F4134817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1520276" y="4580700"/>
            <a:ext cx="10304688" cy="1668299"/>
          </a:xfrm>
          <a:prstGeom prst="rect">
            <a:avLst/>
          </a:prstGeom>
          <a:solidFill>
            <a:schemeClr val="accent3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62" name="OTLSHAPE_SLT_fcb504d0b32640d3ae6e9d012f3abbfb_Title">
            <a:extLst>
              <a:ext uri="{FF2B5EF4-FFF2-40B4-BE49-F238E27FC236}">
                <a16:creationId xmlns:a16="http://schemas.microsoft.com/office/drawing/2014/main" id="{74C7B6B0-1B90-4E6C-8240-DBEE7C1D2DCF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593798" y="4537765"/>
            <a:ext cx="3163147" cy="15399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Structural design and detailing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Proficiency in CAD Software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Soil and materials engineering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Site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Leadership</a:t>
            </a:r>
          </a:p>
        </p:txBody>
      </p:sp>
      <p:sp>
        <p:nvSpPr>
          <p:cNvPr id="63" name="OTLSHAPE_SLT_fcb504d0b32640d3ae6e9d012f3abbfb_Title">
            <a:extLst>
              <a:ext uri="{FF2B5EF4-FFF2-40B4-BE49-F238E27FC236}">
                <a16:creationId xmlns:a16="http://schemas.microsoft.com/office/drawing/2014/main" id="{74C7B6B0-1B90-4E6C-8240-DBEE7C1D2DCF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4707603" y="4647145"/>
            <a:ext cx="2174614" cy="7747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Pedagogic Skills.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Programming with 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Academic Writing.</a:t>
            </a:r>
          </a:p>
        </p:txBody>
      </p:sp>
      <p:sp>
        <p:nvSpPr>
          <p:cNvPr id="64" name="OTLSHAPE_SLT_fcb504d0b32640d3ae6e9d012f3abbfb_Title">
            <a:extLst>
              <a:ext uri="{FF2B5EF4-FFF2-40B4-BE49-F238E27FC236}">
                <a16:creationId xmlns:a16="http://schemas.microsoft.com/office/drawing/2014/main" id="{74C7B6B0-1B90-4E6C-8240-DBEE7C1D2DCF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6702796" y="4710735"/>
            <a:ext cx="2514356" cy="124268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Numerical Modelling with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tools like ANSYS, ABAQUS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and Midas.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Programming with MATLAB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and LabVIEW.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E6B47-62F8-32D7-A020-2FC11CF4631D}"/>
              </a:ext>
            </a:extLst>
          </p:cNvPr>
          <p:cNvSpPr txBox="1"/>
          <p:nvPr/>
        </p:nvSpPr>
        <p:spPr>
          <a:xfrm>
            <a:off x="104198" y="-7112"/>
            <a:ext cx="1532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Resume.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2F19D-8207-43ED-C18B-7E086069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0926" y="6354334"/>
            <a:ext cx="987370" cy="365125"/>
          </a:xfrm>
        </p:spPr>
        <p:txBody>
          <a:bodyPr/>
          <a:lstStyle/>
          <a:p>
            <a:fld id="{D277F048-1980-4B9F-99A5-21A956FC6490}" type="slidenum">
              <a:rPr lang="en-GB" sz="1600" b="1" smtClean="0"/>
              <a:t>2</a:t>
            </a:fld>
            <a:endParaRPr lang="en-GB" sz="16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6E739-0E53-238E-941D-E13B4D59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8206" y="6223075"/>
            <a:ext cx="4114800" cy="365125"/>
          </a:xfrm>
        </p:spPr>
        <p:txBody>
          <a:bodyPr/>
          <a:lstStyle/>
          <a:p>
            <a:r>
              <a:rPr lang="en-GB" b="1" dirty="0">
                <a:latin typeface="Arial Narrow" panose="020B0606020202030204" pitchFamily="34" charset="0"/>
              </a:rPr>
              <a:t>Raynard Tom Magehema</a:t>
            </a:r>
          </a:p>
        </p:txBody>
      </p:sp>
      <p:sp>
        <p:nvSpPr>
          <p:cNvPr id="16" name="OTLSHAPE_TB_00000000000000000000000000000000_TimescaleInterval6">
            <a:extLst>
              <a:ext uri="{FF2B5EF4-FFF2-40B4-BE49-F238E27FC236}">
                <a16:creationId xmlns:a16="http://schemas.microsoft.com/office/drawing/2014/main" id="{F4EFB211-FC29-77BF-3DBF-BB81650B8B73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9972952" y="661837"/>
            <a:ext cx="436786" cy="21606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600" b="1" spc="-44" dirty="0">
                <a:solidFill>
                  <a:schemeClr val="lt1"/>
                </a:solidFill>
                <a:latin typeface="Arial Narrow" panose="020B0606020202030204" pitchFamily="34" charset="0"/>
              </a:rPr>
              <a:t>2025</a:t>
            </a:r>
          </a:p>
        </p:txBody>
      </p:sp>
      <p:sp>
        <p:nvSpPr>
          <p:cNvPr id="17" name="OTLSHAPE_SLT_8335392a301c48cdb600a90dd969c507_Shape">
            <a:extLst>
              <a:ext uri="{FF2B5EF4-FFF2-40B4-BE49-F238E27FC236}">
                <a16:creationId xmlns:a16="http://schemas.microsoft.com/office/drawing/2014/main" id="{0D80949E-CC17-E56D-EE9E-DAF2EF1BE241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9966426" y="1524248"/>
            <a:ext cx="1858538" cy="203200"/>
          </a:xfrm>
          <a:prstGeom prst="roundRect">
            <a:avLst>
              <a:gd name="adj" fmla="val 100000"/>
            </a:avLst>
          </a:prstGeom>
          <a:solidFill>
            <a:srgbClr val="7030A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rial Narrow" panose="020B0606020202030204" pitchFamily="34" charset="0"/>
            </a:endParaRPr>
          </a:p>
        </p:txBody>
      </p:sp>
      <p:sp>
        <p:nvSpPr>
          <p:cNvPr id="20" name="OTLSHAPE_SLT_8335392a301c48cdb600a90dd969c507_JoinedDate">
            <a:extLst>
              <a:ext uri="{FF2B5EF4-FFF2-40B4-BE49-F238E27FC236}">
                <a16:creationId xmlns:a16="http://schemas.microsoft.com/office/drawing/2014/main" id="{3DF74B00-3888-4607-CD7A-A08B7674EC1E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9961146" y="1767956"/>
            <a:ext cx="1057559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50" b="1" spc="-14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2025 - 2029</a:t>
            </a:r>
          </a:p>
        </p:txBody>
      </p:sp>
      <p:sp>
        <p:nvSpPr>
          <p:cNvPr id="22" name="OTLSHAPE_SLT_19fd22ba578a414dbb8538d94d47e158_Title">
            <a:extLst>
              <a:ext uri="{FF2B5EF4-FFF2-40B4-BE49-F238E27FC236}">
                <a16:creationId xmlns:a16="http://schemas.microsoft.com/office/drawing/2014/main" id="{0C0F62D6-30AF-7062-DCBE-36FC0EE42531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9952716" y="1171899"/>
            <a:ext cx="2376420" cy="33390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400" b="1" spc="-6" dirty="0">
                <a:solidFill>
                  <a:srgbClr val="0070C0"/>
                </a:solidFill>
                <a:latin typeface="Arial Narrow" panose="020B0606020202030204" pitchFamily="34" charset="0"/>
              </a:rPr>
              <a:t>PhD. Civil Engineering </a:t>
            </a:r>
          </a:p>
          <a:p>
            <a:r>
              <a:rPr lang="en-GB" sz="1400" b="1" spc="-6" dirty="0">
                <a:solidFill>
                  <a:srgbClr val="0070C0"/>
                </a:solidFill>
                <a:latin typeface="Arial Narrow" panose="020B0606020202030204" pitchFamily="34" charset="0"/>
              </a:rPr>
              <a:t>University College London</a:t>
            </a:r>
            <a:endParaRPr lang="en-US" sz="1400" b="1" spc="-6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23" name="OTLSHAPE_M_2948347775f2410c86866149a03a13c3_Shape">
            <a:extLst>
              <a:ext uri="{FF2B5EF4-FFF2-40B4-BE49-F238E27FC236}">
                <a16:creationId xmlns:a16="http://schemas.microsoft.com/office/drawing/2014/main" id="{2BFB6822-6BEC-B34E-2E1E-4E83D8FD2877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9952716" y="486379"/>
            <a:ext cx="177800" cy="177800"/>
          </a:xfrm>
          <a:prstGeom prst="ellipse">
            <a:avLst/>
          </a:prstGeom>
          <a:solidFill>
            <a:srgbClr val="C9CCC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rial Narrow" panose="020B0606020202030204" pitchFamily="34" charset="0"/>
            </a:endParaRPr>
          </a:p>
        </p:txBody>
      </p:sp>
      <p:sp>
        <p:nvSpPr>
          <p:cNvPr id="24" name="OTLSHAPE_M_2948347775f2410c86866149a03a13c3_Title">
            <a:extLst>
              <a:ext uri="{FF2B5EF4-FFF2-40B4-BE49-F238E27FC236}">
                <a16:creationId xmlns:a16="http://schemas.microsoft.com/office/drawing/2014/main" id="{D9AF413E-BDB8-B8A1-EA86-C44D13774BB0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9799648" y="-20035"/>
            <a:ext cx="1341278" cy="4314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400" b="1" spc="-2" dirty="0">
                <a:solidFill>
                  <a:srgbClr val="0070C0"/>
                </a:solidFill>
                <a:latin typeface="Arial Narrow" panose="020B0606020202030204" pitchFamily="34" charset="0"/>
              </a:rPr>
              <a:t>Chadwick Scholarships</a:t>
            </a:r>
          </a:p>
        </p:txBody>
      </p:sp>
      <p:sp>
        <p:nvSpPr>
          <p:cNvPr id="27" name="OTLSHAPE_SLT_fcb504d0b32640d3ae6e9d012f3abbfb_Title">
            <a:extLst>
              <a:ext uri="{FF2B5EF4-FFF2-40B4-BE49-F238E27FC236}">
                <a16:creationId xmlns:a16="http://schemas.microsoft.com/office/drawing/2014/main" id="{10D2CC02-7B80-C297-EDCC-82409A9FC974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9414546" y="4474825"/>
            <a:ext cx="2514356" cy="124268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Catastrophe Risk Modelling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Programming with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spc="-10" dirty="0">
                <a:solidFill>
                  <a:srgbClr val="0070C0"/>
                </a:solidFill>
                <a:latin typeface="Arial Narrow" panose="020B0606020202030204" pitchFamily="34" charset="0"/>
              </a:rPr>
              <a:t>Multidisciplinary Research</a:t>
            </a:r>
          </a:p>
        </p:txBody>
      </p:sp>
      <p:sp>
        <p:nvSpPr>
          <p:cNvPr id="28" name="OTLSHAPE_M_d24de029e47e42e99c5837f35db55358_Date">
            <a:extLst>
              <a:ext uri="{FF2B5EF4-FFF2-40B4-BE49-F238E27FC236}">
                <a16:creationId xmlns:a16="http://schemas.microsoft.com/office/drawing/2014/main" id="{869FCA27-64A7-B9B7-D6EE-C7F474206041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9872568" y="350026"/>
            <a:ext cx="370165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50" b="1" spc="-32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575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E978F0-8CD7-2976-62C5-70A42900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1"/>
            <a:ext cx="11760588" cy="685800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STRUCTURAL ENGINEERING WORKS AND EXPERIENCE</a:t>
            </a:r>
            <a:endParaRPr lang="en-GB" sz="18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F23FC-05C3-F31F-4376-369E1513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9036"/>
            <a:ext cx="2743200" cy="365125"/>
          </a:xfrm>
        </p:spPr>
        <p:txBody>
          <a:bodyPr/>
          <a:lstStyle/>
          <a:p>
            <a:fld id="{D277F048-1980-4B9F-99A5-21A956FC6490}" type="slidenum">
              <a:rPr lang="en-GB" sz="1600" b="1" smtClean="0"/>
              <a:t>3</a:t>
            </a:fld>
            <a:endParaRPr lang="en-GB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19C662-DADA-F92B-892E-FA4742FB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074"/>
            <a:ext cx="4114800" cy="365125"/>
          </a:xfrm>
        </p:spPr>
        <p:txBody>
          <a:bodyPr/>
          <a:lstStyle/>
          <a:p>
            <a:r>
              <a:rPr lang="en-GB" b="1" dirty="0">
                <a:latin typeface="Arial Narrow" panose="020B0606020202030204" pitchFamily="34" charset="0"/>
              </a:rPr>
              <a:t>Raynard Tom Magehema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413E3A-E21E-9B0C-8860-991A88B35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21" y="654900"/>
            <a:ext cx="1664034" cy="700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88B9B6-071C-8521-CCD1-3DE9EF0FE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542" y="2082616"/>
            <a:ext cx="1349692" cy="8299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055FBB-744A-142A-43E1-48F7A2133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1704" y="1400060"/>
            <a:ext cx="1234822" cy="7634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0E0DC1-12F6-8277-02C0-2F3B27D73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61" y="1349593"/>
            <a:ext cx="1203108" cy="8354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B78CD6-7DF7-88BE-2B2D-1EFD52161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3951" y="581354"/>
            <a:ext cx="4093417" cy="1131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63F2742-97E7-ED87-3DD2-C9E3BF08DCB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3074"/>
          <a:stretch/>
        </p:blipFill>
        <p:spPr>
          <a:xfrm>
            <a:off x="7897480" y="1833924"/>
            <a:ext cx="2538199" cy="7779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66A311-5D33-52A8-61BF-68F43EAF40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8859" y="1807036"/>
            <a:ext cx="1570350" cy="84249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DCE7EDB-622B-8C16-D98C-15E4FFF49D47}"/>
              </a:ext>
            </a:extLst>
          </p:cNvPr>
          <p:cNvSpPr txBox="1"/>
          <p:nvPr/>
        </p:nvSpPr>
        <p:spPr>
          <a:xfrm>
            <a:off x="8384403" y="306142"/>
            <a:ext cx="3234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5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STRUCTURAL DESIGN OF BRIDGES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D39816-8E54-1381-4D6C-85699E858B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2759" y="2651296"/>
            <a:ext cx="2466510" cy="10086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4A6CEB-0711-347E-1EA8-320C08A581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7751" y="3591614"/>
            <a:ext cx="2289296" cy="6541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C55C20-D15F-2784-F7D1-CA760342E0F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1238"/>
          <a:stretch/>
        </p:blipFill>
        <p:spPr>
          <a:xfrm>
            <a:off x="10432306" y="3180014"/>
            <a:ext cx="1558293" cy="7035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1D3A863-1549-8659-2DA2-118EB1C3FB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5626" y="665733"/>
            <a:ext cx="1656123" cy="70019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7082806-A67F-3C44-7CD0-4038E379FC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2946" y="1407166"/>
            <a:ext cx="1218972" cy="69655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8278292-AE11-DB93-9A0D-EA4693E7E123}"/>
              </a:ext>
            </a:extLst>
          </p:cNvPr>
          <p:cNvSpPr txBox="1"/>
          <p:nvPr/>
        </p:nvSpPr>
        <p:spPr>
          <a:xfrm>
            <a:off x="2416931" y="293079"/>
            <a:ext cx="3702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F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STRUCTURAL DESIGN OF SHADES</a:t>
            </a:r>
            <a:endParaRPr lang="en-GB" sz="1600" b="1" dirty="0">
              <a:solidFill>
                <a:srgbClr val="FF0000"/>
              </a:solidFill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8F13CD8-B415-10E5-63D3-B88A337D2BB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2237" y="1480905"/>
            <a:ext cx="1601323" cy="69178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12C8E5-F2AD-D789-5284-0A8113E82E9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86924" y="2108079"/>
            <a:ext cx="1804512" cy="500057"/>
          </a:xfrm>
          <a:prstGeom prst="rect">
            <a:avLst/>
          </a:prstGeom>
        </p:spPr>
      </p:pic>
      <p:pic>
        <p:nvPicPr>
          <p:cNvPr id="42" name="Picture 41" descr="A long shot of a building&#10;&#10;AI-generated content may be incorrect.">
            <a:extLst>
              <a:ext uri="{FF2B5EF4-FFF2-40B4-BE49-F238E27FC236}">
                <a16:creationId xmlns:a16="http://schemas.microsoft.com/office/drawing/2014/main" id="{23C79F34-9565-9FA4-87FD-F6EEF95D4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86"/>
          <a:stretch/>
        </p:blipFill>
        <p:spPr>
          <a:xfrm>
            <a:off x="3987905" y="607867"/>
            <a:ext cx="3550529" cy="877938"/>
          </a:xfrm>
          <a:prstGeom prst="rect">
            <a:avLst/>
          </a:prstGeom>
        </p:spPr>
      </p:pic>
      <p:pic>
        <p:nvPicPr>
          <p:cNvPr id="44" name="Picture 43" descr="A road with palm trees and a building&#10;&#10;AI-generated content may be incorrect.">
            <a:extLst>
              <a:ext uri="{FF2B5EF4-FFF2-40B4-BE49-F238E27FC236}">
                <a16:creationId xmlns:a16="http://schemas.microsoft.com/office/drawing/2014/main" id="{73C8C172-BF57-10A3-1F12-362A414A213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222" y="2204813"/>
            <a:ext cx="1769152" cy="84111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A6D208B-494E-4CA6-71A6-DEDC7B0D6DCA}"/>
              </a:ext>
            </a:extLst>
          </p:cNvPr>
          <p:cNvSpPr txBox="1"/>
          <p:nvPr/>
        </p:nvSpPr>
        <p:spPr>
          <a:xfrm>
            <a:off x="2247889" y="3078635"/>
            <a:ext cx="3225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STRUCTURAL DESIGN OF BUILDINGS</a:t>
            </a:r>
            <a:endParaRPr lang="en-GB" sz="1600" b="1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BB550B1-4408-C483-E990-BC8E09DA056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07895" y="4193499"/>
            <a:ext cx="1862056" cy="147062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8D747C0-82AB-1654-FF1C-6BA14BFBE04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20411" y="4318762"/>
            <a:ext cx="2350388" cy="12719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1A3D821-E181-6FAA-7453-C3AE1A76057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17751" y="5631245"/>
            <a:ext cx="1533066" cy="786911"/>
          </a:xfrm>
          <a:prstGeom prst="rect">
            <a:avLst/>
          </a:prstGeom>
        </p:spPr>
      </p:pic>
      <p:pic>
        <p:nvPicPr>
          <p:cNvPr id="54" name="Picture 53" descr="A construction site with a crane&#10;&#10;AI-generated content may be incorrect.">
            <a:extLst>
              <a:ext uri="{FF2B5EF4-FFF2-40B4-BE49-F238E27FC236}">
                <a16:creationId xmlns:a16="http://schemas.microsoft.com/office/drawing/2014/main" id="{0381F552-99F3-2C4E-F7F6-4D84AEE2C8C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341" y="5621958"/>
            <a:ext cx="1080876" cy="805486"/>
          </a:xfrm>
          <a:prstGeom prst="rect">
            <a:avLst/>
          </a:prstGeom>
        </p:spPr>
      </p:pic>
      <p:pic>
        <p:nvPicPr>
          <p:cNvPr id="56" name="Picture 55" descr="A group of people in orange vests standing in front of a construction site&#10;&#10;AI-generated content may be incorrect.">
            <a:extLst>
              <a:ext uri="{FF2B5EF4-FFF2-40B4-BE49-F238E27FC236}">
                <a16:creationId xmlns:a16="http://schemas.microsoft.com/office/drawing/2014/main" id="{B27467C7-E9B3-8265-E52E-BF312D4AD1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628" y="5619253"/>
            <a:ext cx="1165923" cy="80548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B8310AE-097D-216D-1862-66750C21B44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98509" y="2604258"/>
            <a:ext cx="1851886" cy="44276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7750942-7583-3CC0-33C8-18F04A58E183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18125" r="14722" b="17890"/>
          <a:stretch/>
        </p:blipFill>
        <p:spPr>
          <a:xfrm>
            <a:off x="5873824" y="1470430"/>
            <a:ext cx="1376541" cy="67599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A1AE539-EF84-07BE-1D50-B84E5D9FAF1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516" y="3533123"/>
            <a:ext cx="1312615" cy="8455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C842A06-4451-0B9D-D2C5-44A83632CF8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52758" y="3538126"/>
            <a:ext cx="1048231" cy="82568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F589111-CE9D-8DF4-BA27-DB019326DEC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744026" y="3525272"/>
            <a:ext cx="1021408" cy="803594"/>
          </a:xfrm>
          <a:prstGeom prst="rect">
            <a:avLst/>
          </a:prstGeom>
        </p:spPr>
      </p:pic>
      <p:pic>
        <p:nvPicPr>
          <p:cNvPr id="69" name="Picture 68" descr="A drawing of a structure&#10;&#10;AI-generated content may be incorrect.">
            <a:extLst>
              <a:ext uri="{FF2B5EF4-FFF2-40B4-BE49-F238E27FC236}">
                <a16:creationId xmlns:a16="http://schemas.microsoft.com/office/drawing/2014/main" id="{F1713007-A6F4-F8EA-DA41-6375C4D5FD4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13" y="4549126"/>
            <a:ext cx="1153067" cy="63634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D63B48E-4F9B-A924-65B3-4297A98F214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84100" y="4489960"/>
            <a:ext cx="849253" cy="859563"/>
          </a:xfrm>
          <a:prstGeom prst="rect">
            <a:avLst/>
          </a:prstGeom>
        </p:spPr>
      </p:pic>
      <p:pic>
        <p:nvPicPr>
          <p:cNvPr id="73" name="Picture 72" descr="Aerial view of a building and a parking lot&#10;&#10;AI-generated content may be incorrect.">
            <a:extLst>
              <a:ext uri="{FF2B5EF4-FFF2-40B4-BE49-F238E27FC236}">
                <a16:creationId xmlns:a16="http://schemas.microsoft.com/office/drawing/2014/main" id="{023533C7-B576-2E6B-62E2-EB1E9FB5897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1" t="17370" b="36164"/>
          <a:stretch/>
        </p:blipFill>
        <p:spPr>
          <a:xfrm>
            <a:off x="2542598" y="4510131"/>
            <a:ext cx="1225633" cy="80097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C50CEDF-4442-CE33-ACB2-9872DEBCB37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06619" y="3553121"/>
            <a:ext cx="1277500" cy="78451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C8F9481-891E-0EA6-B953-709C44EA62A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42983" y="3583395"/>
            <a:ext cx="1081555" cy="70019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727DC1B-AD70-77C2-83B7-C0AB8E27ED5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10800000" flipV="1">
            <a:off x="301617" y="5443873"/>
            <a:ext cx="1131912" cy="848934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60E75F5-8AC8-8212-3C8F-C5E3ED6C7E6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483932" y="5487354"/>
            <a:ext cx="1196657" cy="817238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ED599DC-E12F-B708-86B5-6B5DF6BA1CD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731764" y="5447946"/>
            <a:ext cx="1033670" cy="8684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8F2C9341-A439-080F-D767-F51714451C0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00327" y="3558609"/>
            <a:ext cx="1037351" cy="762942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9444B57-8E4B-C870-9191-35F231A4DA3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952066" y="4534689"/>
            <a:ext cx="1643737" cy="872571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51485096-7085-8398-A18D-0831EDBD2D6B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12495" y="5528775"/>
            <a:ext cx="1780511" cy="892106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342FCA47-A919-DDC9-23A8-819A4C69319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082306" y="5407260"/>
            <a:ext cx="1696628" cy="98756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979325B9-66BE-E03E-955F-40134206C2D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77789" y="4520086"/>
            <a:ext cx="1862056" cy="855372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B00BD0DA-6340-A3AC-B0B8-EB0AEACB4252}"/>
              </a:ext>
            </a:extLst>
          </p:cNvPr>
          <p:cNvSpPr/>
          <p:nvPr/>
        </p:nvSpPr>
        <p:spPr>
          <a:xfrm>
            <a:off x="268161" y="604491"/>
            <a:ext cx="3649400" cy="2441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7B515DC-E947-1830-964E-7C41CB650ADC}"/>
              </a:ext>
            </a:extLst>
          </p:cNvPr>
          <p:cNvSpPr/>
          <p:nvPr/>
        </p:nvSpPr>
        <p:spPr>
          <a:xfrm>
            <a:off x="3976520" y="597025"/>
            <a:ext cx="3714770" cy="248675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0B29CAD-F8D1-7887-A3D3-56680DF67571}"/>
              </a:ext>
            </a:extLst>
          </p:cNvPr>
          <p:cNvSpPr/>
          <p:nvPr/>
        </p:nvSpPr>
        <p:spPr>
          <a:xfrm>
            <a:off x="7871078" y="598777"/>
            <a:ext cx="4148131" cy="2026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A6E44B4-43AD-35E4-62AD-78BB5FEC289B}"/>
              </a:ext>
            </a:extLst>
          </p:cNvPr>
          <p:cNvSpPr/>
          <p:nvPr/>
        </p:nvSpPr>
        <p:spPr>
          <a:xfrm>
            <a:off x="7866173" y="2639101"/>
            <a:ext cx="4148131" cy="160663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936684B-6A89-65B4-679F-02298F637674}"/>
              </a:ext>
            </a:extLst>
          </p:cNvPr>
          <p:cNvSpPr/>
          <p:nvPr/>
        </p:nvSpPr>
        <p:spPr>
          <a:xfrm>
            <a:off x="7866172" y="4263600"/>
            <a:ext cx="4148131" cy="21951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645F279-7B38-BF36-7B14-F7FAB1AB4A00}"/>
              </a:ext>
            </a:extLst>
          </p:cNvPr>
          <p:cNvSpPr/>
          <p:nvPr/>
        </p:nvSpPr>
        <p:spPr>
          <a:xfrm>
            <a:off x="279587" y="3467978"/>
            <a:ext cx="3547613" cy="927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5CB6246-6F95-C0FB-23B1-0D0C2275A71A}"/>
              </a:ext>
            </a:extLst>
          </p:cNvPr>
          <p:cNvSpPr/>
          <p:nvPr/>
        </p:nvSpPr>
        <p:spPr>
          <a:xfrm>
            <a:off x="274241" y="4428962"/>
            <a:ext cx="3547613" cy="927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2D3A878-4696-FAF9-D195-9981604754E0}"/>
              </a:ext>
            </a:extLst>
          </p:cNvPr>
          <p:cNvSpPr/>
          <p:nvPr/>
        </p:nvSpPr>
        <p:spPr>
          <a:xfrm>
            <a:off x="271568" y="5416215"/>
            <a:ext cx="3547613" cy="927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BEC3181-E7C4-43DC-1ADD-C4377A5BEE92}"/>
              </a:ext>
            </a:extLst>
          </p:cNvPr>
          <p:cNvSpPr/>
          <p:nvPr/>
        </p:nvSpPr>
        <p:spPr>
          <a:xfrm>
            <a:off x="4060098" y="3470024"/>
            <a:ext cx="3547613" cy="927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402FA45-D4B5-2453-3597-D50479810952}"/>
              </a:ext>
            </a:extLst>
          </p:cNvPr>
          <p:cNvSpPr/>
          <p:nvPr/>
        </p:nvSpPr>
        <p:spPr>
          <a:xfrm>
            <a:off x="4044849" y="4467807"/>
            <a:ext cx="3562862" cy="199393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15366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6DF85-B14F-02E6-AD7D-A735DF0A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A63636-14C8-4EF0-6406-8123EB8B6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53" y="1"/>
            <a:ext cx="11908867" cy="682619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FF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Endeavours and collaborations</a:t>
            </a:r>
          </a:p>
          <a:p>
            <a:pPr marL="0" indent="0">
              <a:buNone/>
            </a:pPr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b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56BDE-9A23-8406-6D8C-EDFA348D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9036"/>
            <a:ext cx="2743200" cy="365125"/>
          </a:xfrm>
        </p:spPr>
        <p:txBody>
          <a:bodyPr/>
          <a:lstStyle/>
          <a:p>
            <a:fld id="{D277F048-1980-4B9F-99A5-21A956FC6490}" type="slidenum">
              <a:rPr lang="en-GB" sz="1600" b="1" smtClean="0"/>
              <a:t>4</a:t>
            </a:fld>
            <a:endParaRPr lang="en-GB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8AE93F-C450-1907-F532-ECA9DF9F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1074"/>
            <a:ext cx="4114800" cy="365125"/>
          </a:xfrm>
        </p:spPr>
        <p:txBody>
          <a:bodyPr/>
          <a:lstStyle/>
          <a:p>
            <a:r>
              <a:rPr lang="en-GB" b="1" dirty="0">
                <a:latin typeface="Arial Narrow" panose="020B0606020202030204" pitchFamily="34" charset="0"/>
              </a:rPr>
              <a:t>Raynard Tom Magehema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12C585-0705-BA07-BBA9-3275EF0559CF}"/>
              </a:ext>
            </a:extLst>
          </p:cNvPr>
          <p:cNvSpPr txBox="1"/>
          <p:nvPr/>
        </p:nvSpPr>
        <p:spPr>
          <a:xfrm>
            <a:off x="5247270" y="594807"/>
            <a:ext cx="6799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Adaptation of Prestressed Hollow Core Slabs in Tanzania” A case of residential buildings</a:t>
            </a:r>
            <a:endParaRPr lang="en-GB" sz="1400" b="1" dirty="0">
              <a:solidFill>
                <a:srgbClr val="00B050"/>
              </a:solidFill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DD9D81-0B6F-B6EA-6827-1ED1CF848089}"/>
              </a:ext>
            </a:extLst>
          </p:cNvPr>
          <p:cNvSpPr txBox="1"/>
          <p:nvPr/>
        </p:nvSpPr>
        <p:spPr>
          <a:xfrm>
            <a:off x="268161" y="300634"/>
            <a:ext cx="3167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Fragility of Tunnels to Blast Loads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A1FD031-97EC-382D-982C-BF27B8924F10}"/>
              </a:ext>
            </a:extLst>
          </p:cNvPr>
          <p:cNvSpPr/>
          <p:nvPr/>
        </p:nvSpPr>
        <p:spPr>
          <a:xfrm>
            <a:off x="268161" y="604491"/>
            <a:ext cx="4788943" cy="2575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9836FAB-9935-7507-73CA-D95286CAD91B}"/>
              </a:ext>
            </a:extLst>
          </p:cNvPr>
          <p:cNvSpPr/>
          <p:nvPr/>
        </p:nvSpPr>
        <p:spPr>
          <a:xfrm>
            <a:off x="5280944" y="919713"/>
            <a:ext cx="6732043" cy="2384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04" y="614863"/>
            <a:ext cx="1392292" cy="1239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452" y="1904681"/>
            <a:ext cx="1583709" cy="12088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04" y="1887836"/>
            <a:ext cx="1392292" cy="1233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05BCCD-7115-8D44-9569-6E12E8158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286" y="617606"/>
            <a:ext cx="1524795" cy="12250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826B75-97D3-21DF-2381-7E76E56464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5285" y="1892874"/>
            <a:ext cx="1524795" cy="12250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62AD59-2FF5-E653-EE39-DDDA1D7C15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1452" y="628467"/>
            <a:ext cx="1583709" cy="1235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AE5885-598D-85C6-838D-F628C97E1BE2}"/>
              </a:ext>
            </a:extLst>
          </p:cNvPr>
          <p:cNvPicPr/>
          <p:nvPr/>
        </p:nvPicPr>
        <p:blipFill rotWithShape="1">
          <a:blip r:embed="rId9"/>
          <a:srcRect l="3978" t="12032" b="3935"/>
          <a:stretch/>
        </p:blipFill>
        <p:spPr bwMode="auto">
          <a:xfrm rot="5400000">
            <a:off x="5848854" y="446420"/>
            <a:ext cx="2336273" cy="33489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FB2BFD-F280-1EC8-05FA-3D4231DAD1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1888" y="1004432"/>
            <a:ext cx="3244905" cy="22389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A7D3808-27EC-D220-5AD7-FF4425DB75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220" y="3975264"/>
            <a:ext cx="3464041" cy="214872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D715794-8067-734B-62BA-22E102A2AF6D}"/>
              </a:ext>
            </a:extLst>
          </p:cNvPr>
          <p:cNvSpPr txBox="1"/>
          <p:nvPr/>
        </p:nvSpPr>
        <p:spPr>
          <a:xfrm>
            <a:off x="193648" y="3409892"/>
            <a:ext cx="611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Leveraging </a:t>
            </a:r>
            <a:r>
              <a:rPr lang="en-US" sz="1400" b="1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 mining </a:t>
            </a:r>
            <a:r>
              <a:rPr lang="en-US" sz="1400" b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approach to explore research roadmap and future direction of wrong-way driving crash studies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557CAC5-9F5C-CC47-7036-647988ADF4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9361" y="3949514"/>
            <a:ext cx="3194932" cy="214817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A042DF-4F00-45CD-32B7-93FBCFCD9C24}"/>
              </a:ext>
            </a:extLst>
          </p:cNvPr>
          <p:cNvSpPr txBox="1"/>
          <p:nvPr/>
        </p:nvSpPr>
        <p:spPr>
          <a:xfrm>
            <a:off x="6425656" y="3445521"/>
            <a:ext cx="503033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en-GB" sz="1400" b="1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Leveraging Social media data to understand severity of roadway crashes in Tanzania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CCFE95-5B22-F82C-83E4-CBB0331F2A90}"/>
              </a:ext>
            </a:extLst>
          </p:cNvPr>
          <p:cNvSpPr txBox="1"/>
          <p:nvPr/>
        </p:nvSpPr>
        <p:spPr>
          <a:xfrm>
            <a:off x="9707002" y="3933112"/>
            <a:ext cx="1847291" cy="928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GB" sz="1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social media data to map type of roadway crashes in Tanzania and understand the severity of these crashes</a:t>
            </a:r>
            <a:r>
              <a:rPr lang="en-GB" sz="14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E6BCBB-B017-C0C7-059D-7A2864625722}"/>
              </a:ext>
            </a:extLst>
          </p:cNvPr>
          <p:cNvSpPr txBox="1"/>
          <p:nvPr/>
        </p:nvSpPr>
        <p:spPr>
          <a:xfrm>
            <a:off x="166353" y="6019619"/>
            <a:ext cx="6261278" cy="42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US" sz="1050" dirty="0">
                <a:latin typeface="Arial Narrow" panose="020B0606020202030204" pitchFamily="34" charset="0"/>
              </a:rPr>
              <a:t>Text Network of the 50 Topmost Topics in abstracts for 2011–2015 Period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1050" i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1050" i="1" dirty="0" err="1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Kutela</a:t>
            </a:r>
            <a:r>
              <a:rPr lang="en-US" sz="1050" i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al, 2019</a:t>
            </a:r>
            <a:endParaRPr lang="en-GB" sz="1050" i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9F4945-947F-0103-38DF-FE3EAE5D2253}"/>
              </a:ext>
            </a:extLst>
          </p:cNvPr>
          <p:cNvSpPr txBox="1"/>
          <p:nvPr/>
        </p:nvSpPr>
        <p:spPr>
          <a:xfrm>
            <a:off x="3683261" y="4742035"/>
            <a:ext cx="2172237" cy="67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GB" sz="1200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 text networks of different abstracts to map out wrong way  driving crashes research time line.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950333-8DE2-785F-B18C-3071809BED33}"/>
              </a:ext>
            </a:extLst>
          </p:cNvPr>
          <p:cNvSpPr txBox="1"/>
          <p:nvPr/>
        </p:nvSpPr>
        <p:spPr>
          <a:xfrm>
            <a:off x="6486961" y="6079817"/>
            <a:ext cx="6111024" cy="4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1050" dirty="0">
                <a:latin typeface="Arial Narrow" panose="020B0606020202030204" pitchFamily="34" charset="0"/>
              </a:rPr>
              <a:t>Heat map of fatal crushes</a:t>
            </a:r>
          </a:p>
          <a:p>
            <a:pPr lvl="0">
              <a:lnSpc>
                <a:spcPct val="107000"/>
              </a:lnSpc>
            </a:pPr>
            <a:r>
              <a:rPr lang="en-US" sz="1050" i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1050" i="1" dirty="0" err="1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Kutela</a:t>
            </a:r>
            <a:r>
              <a:rPr lang="en-US" sz="1050" i="1" dirty="0">
                <a:latin typeface="Arial Narrow" panose="020B0606020202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al, 2022</a:t>
            </a:r>
            <a:endParaRPr lang="en-GB" sz="1050" i="1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4206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EwLTA5LTAxVDAwOjAwOjAwWiIsIkVuZERhdGUiOiIyMDE1LTA4LTMxVDIzOjU5OjAwWiIsIlBlcmNlbnRhZ2VDb21wbGV0ZSI6bnVsbCwiU3R5bGUiOnsiJGlkIjoiNyIsIlNoYXBlIjoyLCJTaGFwZVRoaWNrbmVzcyI6MSwiRHVyYXRpb25Gb3JtYXQiOjU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g5LCJSIjowLCJHIjowLCJCIjowfX0sIklzVmlzaWJsZSI6dHJ1ZSwiV2lkdGgiOjAuMCwiSGVpZ2h0IjowLjAsIkJvcmRlclN0eWxlIjp7IiRpZCI6IjI1IiwiTGluZUNvbG9yIjpudWxsLCJMaW5lV2VpZ2h0IjowLjAsIkxpbmVUeXBlIjowLCJQYXJlbnRTdHlsZSI6bnVsbH0sIlBhcmVudFN0eWxlIjpudWxsfSwiSG9yaXpvbnRhbENvbm5lY3RvclN0eWxlIjp7IiRpZCI6IjI2IiwiTGluZUNvbG9yIjp7IiRpZCI6IjI3IiwiJHR5cGUiOiJOTFJFLkNvbW1vbi5Eb20uU29saWRDb2xvckJydXNoLCBOTFJFLkNvbW1vbiIsIkNvbG9yIjp7IiRpZCI6IjI4IiwiQSI6MjU1LCJSIjoyMDQsIkciOjIwNCwiQiI6MjA0fX0sIkxpbmVXZWlnaHQiOjEuMCwiTGluZVR5cGUiOjAsIlBhcmVudFN0eWxlIjpudWxsfSwiVmVydGljYWxDb25uZWN0b3JTdHlsZSI6eyIkaWQiOiIyOSIsIkxpbmVDb2xvciI6eyIkaWQiOiIzMCIsIiR0eXBlIjoiTkxSRS5Db21tb24uRG9tLlNvbGlkQ29sb3JCcnVzaCwgTkxSRS5Db21tb24iLCJDb2xvciI6eyIkaWQiOiIzMSIsIkEiOjI1NSwiUiI6MjQzLCJHIjoyMzUsIkIiOjIzNX19LCJMaW5lV2VpZ2h0IjoxLjAsIkxpbmVUeXBlIjowLCJQYXJlbnRTdHlsZSI6bnVsbH0sIk1hcmdpbiI6bnVsbCwiU3RhcnREYXRlUG9zaXRpb24iOjEsIkVuZERhdGVQb3NpdGlvbiI6MSwiRGF0ZUlzVmlzaWJsZSI6dHJ1ZSwiVGl0bGVQb3NpdGlvbiI6MCwiRHVyYXRpb25Qb3NpdGlvbiI6NiwiUGVyY2VudGFnZUNvbXBsZXRlZFBvc2l0aW9uIjoyLCJTcGFjaW5nIjoxMCwiSXNCZWxvd1RpbWViYW5kIjp0cnVlLCJQZXJjZW50YWdlQ29tcGxldGVTaGFwZU9wYWNpdHkiOjM1LCJTaGFwZVN0eWxlIjp7IiRpZCI6IjMyIiwiTWFyZ2luIjp7IiRpZCI6IjMzIiwiVG9wIjowLjAsIkxlZnQiOjQuMCwiUmlnaHQiOjQuMCwiQm90dG9tIjowLjB9LCJQYWRkaW5nIjp7IiRpZCI6IjM0IiwiVG9wIjowLjAsIkxlZnQiOjAuMCwiUmlnaHQiOjAuMCwiQm90dG9tIjowLjB9LCJCYWNrZ3JvdW5kIjp7IiRpZCI6IjM1IiwiQ29sb3IiOnsiJGlkIjoiMzYiLCJBIjoyNTUsIlIiOjIwMSwiRyI6MjA0LCJCIjoyMDd9fSwiSXNWaXNpYmxlIjp0cnVlLCJXaWR0aCI6MjgwLjAsIkhlaWdodCI6MTYuMCwiQm9yZGVyU3R5bGUiOnsiJGlkIjoiMzciLCJMaW5lQ29sb3IiOnsiJGlkIjoiMzgiLCIkdHlwZSI6Ik5MUkUuQ29tbW9uLkRvbS5Tb2xpZENvbG9yQnJ1c2gsIE5MUkUuQ29tbW9uIiwiQ29sb3IiOnsiJGlkIjoiMzkiLCJBIjoyNTUsIlIiOjI1NSwiRyI6MCwiQiI6MH19LCJMaW5lV2VpZ2h0IjowLjAsIkxpbmVUeXBlIjowLCJQYXJlbnRTdHlsZSI6bnVsbH0sIlBhcmVudFN0eWxlIjpudWxsfSwiVGl0bGVTdHlsZSI6eyIkaWQiOiI0MCIsIkZvbnRTZXR0aW5ncyI6eyIkaWQiOiI0MSIsIkZvbnRTaXplIjoxMiwiRm9udE5hbWUiOiJSb2Nrd2VsbCIsIklzQm9sZCI6ZmFsc2UsIklzSXRhbGljIjpmYWxzZSwiSXNVbmRlcmxpbmVkIjpmYWxzZSwiUGFyZW50U3R5bGUiOm51bGx9LCJBdXRvU2l6ZSI6MiwiRm9yZWdyb3VuZCI6eyIkaWQiOiI0MiIsIkNvbG9yIjp7IiRpZCI6IjQzIiwiQSI6MjU1LCJSIjoxOTMsIkciOjM5LCJCIjo0NX19LCJNYXhXaWR0aCI6MTI4LjcyNzI3MjcyNzI3MjcyLCJNYXhIZWlnaHQiOiJJbmZpbml0eSIsIlNtYXJ0Rm9yZWdyb3VuZElzQWN0aXZlIjpmYWxzZSwiSG9yaXpvbnRhbEFsaWdubWVudCI6MCwiVmVydGljYWxBbGlnbm1lbnQiOjAsIlNtYXJ0Rm9yZWdyb3VuZCI6bnVsbCwiQmFja2dyb3VuZEZpbGxUeXBlIjowLCJNYXJnaW4iOnsiJGlkIjoiNDQiLCJUb3AiOjAuMCwiTGVmdCI6MC4wLCJSaWdodCI6MC4wLCJCb3R0b20iOjAuMH0sIlBhZGRpbmciOnsiJGlkIjoiNDUiLCJUb3AiOjAuMCwiTGVmdCI6MC4wLCJSaWdodCI6MC4wLCJCb3R0b20iOjAuMH0sIkJhY2tncm91bmQiOnsiJGlkIjoiNDYiLCJDb2xvciI6eyIkaWQiOiI0NyIsIkEiOjAsIlIiOjI1NSwiRyI6MjU1LCJCIjoyNTV9fSwiSXNWaXNpYmxlIjp0cnVlLCJXaWR0aCI6MC4wLCJIZWlnaHQiOjAuMCwiQm9yZGVyU3R5bGUiOnsiJGlkIjoiNDgiLCJMaW5lQ29sb3IiOm51bGwsIkxpbmVXZWlnaHQiOjAuMCwiTGluZVR5cGUiOjAsIlBhcmVudFN0eWxlIjpudWxsfSwiUGFyZW50U3R5bGUiOm51bGx9LCJEYXRlU3R5bGUiOnsiJGlkIjoiNDkiLCJGb250U2V0dGluZ3MiOnsiJGlkIjoiNTAiLCJGb250U2l6ZSI6MTAsIkZvbnROYW1lIjoiVmVyZGFuYSIsIklzQm9sZCI6ZmFsc2UsIklzSXRhbGljIjpmYWxzZSwiSXNVbmRlcmxpbmVkIjpmYWxzZSwiUGFyZW50U3R5bGUiOm51bGx9LCJBdXRvU2l6ZSI6MCwiRm9yZWdyb3VuZCI6eyIkaWQiOiI1MSIsIkNvbG9yIjp7IiRpZCI6IjUyIiwiQSI6MjU1LCJSIjoxMjgsIkciOjEyOCwiQiI6MTI4fX0sIk1heFdpZHRoIjoyMDAuMCwiTWF4SGVpZ2h0IjoiSW5maW5pdHkiLCJTbWFydEZvcmVncm91bmRJc0FjdGl2ZSI6ZmFsc2UsIkhvcml6b250YWxBbGlnbm1lbnQiOjAsIlZlcnRpY2FsQWxpZ25tZW50IjowLCJTbWFydEZvcmVncm91bmQiOm51bGwsIkJhY2tncm91bmRGaWxsVHlwZSI6MCwiTWFyZ2luIjp7IiRpZCI6IjUzIiwiVG9wIjowLjAsIkxlZnQiOjAuMCwiUmlnaHQiOjAuMCwiQm90dG9tIjowLjB9LCJQYWRkaW5nIjp7IiRpZCI6IjU0IiwiVG9wIjowLjAsIkxlZnQiOjAuMCwiUmlnaHQiOjAuMCwiQm90dG9tIjowLjB9LCJCYWNrZ3JvdW5kIjp7IiRpZCI6IjU1IiwiQ29sb3IiOnsiJGlkIjoiNTYiLCJBIjowLCJSIjoyNTUsIkciOjI1NSwiQiI6MjU1fX0sIklzVmlzaWJsZSI6ZmFsc2UsIldpZHRoIjowLjAsIkhlaWdodCI6MC4wLCJCb3JkZXJTdHlsZSI6eyIkaWQiOiI1NyIsIkxpbmVDb2xvciI6bnVsbCwiTGluZVdlaWdodCI6MC4wLCJMaW5lVHlwZSI6MCwiUGFyZW50U3R5bGUiOm51bGx9LCJQYXJlbnRTdHlsZSI6bnVsbH0sIkRhdGVGb3JtYXQiOnsiJGlkIjoiNTgiLCJGb3JtYXRTdHJpbmciOiJ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SIsIkZvcm1hdCI6MCwiSXNWaXNpYmxlIjpmYWxzZSwiTGFzdEtub3duVmlzaWJpbGl0eVN0YXRlIjpmYWxzZX0sIklzVmlzaWJsZSI6dHJ1ZSwiUGFyZW50U3R5bGUiOm51bGx9LCJJbmRleCI6MSwiU21hcnREdXJhdGlvbkFjdGl2YXRlZCI6ZmFsc2UsIkRhdGVGb3JtYXQiOnsiJHJlZiI6IjU4In0sIldlZWtOdW1iZXJpbmciOnsiJGlkIjoiNjAiLCJGb3JtYXQiOjAsIklzVmlzaWJsZSI6ZmFsc2UsIkxhc3RLbm93blZpc2liaWxpdHlTdGF0ZSI6ZmFsc2V9LCJJZCI6IjE5ZmQyMmJhLTU3OGEtNDE0ZC1iYjg1LTM4ZDk0ZDQ3ZTE1OCIsIkltcG9ydElkIjpudWxsLCJUaXRsZSI6IkJBIEdyYXBoaWMgRGVzaWduXHJMb25kb24gQ29sbGVnZSBvZiBBcnQiLCJOb3RlIjpudWxsLCJIeXBlcmxpbmsiOnsiJGlkIjoiNjEiLCJBZGRyZXNzIjpudWxsLCJTdWJBZGRyZXNzIjpudWxsfSwiSXNDaGFuZ2VkIjpmYWxzZSwiSXNOZXciOmZhbHNlfX0seyIkaWQiOiI2MiIsIl9hdHRhY2hlZE1pbGVzdG9uZXMiOltdLCJUYXNrRGVmaW5pdGlvbiI6eyIkaWQiOiI2MyIsIkdyb3VwTmFtZSI6bnVsbCwiU3RhcnREYXRlIjoiMjAxOC0wOS0wMVQwMDowMDowMFoiLCJFbmREYXRlIjoiMjAxOS0wOC0zMVQyMzo1OTowMFoiLCJQZXJjZW50YWdlQ29tcGxldGUiOm51bGwsIlN0eWxlIjp7IiRpZCI6IjY0IiwiU2hhcGUiOjIsIlNoYXBlVGhpY2tuZXNzIjoxLCJEdXJhdGlvbkZvcm1hdCI6NSwiSW5jbHVkZU5vbldvcmtpbmdEYXlzSW5EdXJhdGlvbiI6ZmFsc2UsIlBlcmNlbnRhZ2VDb21wbGV0ZVN0eWxlIjp7IiRpZCI6IjY1IiwiRm9udFNldHRpbmdzIjp7IiRpZCI6IjY2IiwiRm9udFNpemUiOjEwLCJGb250TmFtZSI6IkNhbGlicmkiLCJJc0JvbGQiOmZhbHNlLCJJc0l0YWxpYyI6ZmFsc2UsIklzVW5kZXJsaW5lZCI6ZmFsc2UsIlBhcmVudFN0eWxlIjpudWxsfSwiQXV0b1NpemUiOjAsIkZvcmVncm91bmQiOnsiJGlkIjoiNjciLCJDb2xvciI6eyIkaWQiOiI2O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2OSIsIlRvcCI6MC4wLCJMZWZ0IjowLjAsIlJpZ2h0IjowLjAsIkJvdHRvbSI6MC4wfSwiUGFkZGluZyI6eyIkaWQiOiI3MCIsIlRvcCI6MC4wLCJMZWZ0IjowLjAsIlJpZ2h0IjowLjAsIkJvdHRvbSI6MC4wfSwiQmFja2dyb3VuZCI6eyIkaWQiOiI3MSIsIkNvbG9yIjp7IiRpZCI6IjcyIiwiQSI6ODksIlIiOjAsIkciOjAsIkIiOjB9fSwiSXNWaXNpYmxlIjp0cnVlLCJXaWR0aCI6MC4wLCJIZWlnaHQiOjAuMCwiQm9yZGVyU3R5bGUiOnsiJGlkIjoiNzMiLCJMaW5lQ29sb3IiOm51bGwsIkxpbmVXZWlnaHQiOjAuMCwiTGluZVR5cGUiOjAsIlBhcmVudFN0eWxlIjpudWxsfSwiUGFyZW50U3R5bGUiOm51bGx9LCJEdXJhdGlvblN0eWxlIjp7IiRpZCI6Ijc0IiwiRm9udFNldHRpbmdzIjp7IiRpZCI6Ijc1IiwiRm9udFNpemUiOjEwLCJGb250TmFtZSI6IkNhbGlicmkiLCJJc0JvbGQiOmZhbHNlLCJJc0l0YWxpYyI6ZmFsc2UsIklzVW5kZXJsaW5lZCI6ZmFsc2UsIlBhcmVudFN0eWxlIjpudWxsfSwiQXV0b1NpemUiOjAsIkZvcmVncm91bmQiOnsiJGlkIjoiNzYiLCJDb2xvciI6eyIkaWQiOiI3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4IiwiVG9wIjowLjAsIkxlZnQiOjAuMCwiUmlnaHQiOjAuMCwiQm90dG9tIjowLjB9LCJQYWRkaW5nIjp7IiRpZCI6Ijc5IiwiVG9wIjowLjAsIkxlZnQiOjAuMCwiUmlnaHQiOjAuMCwiQm90dG9tIjowLjB9LCJCYWNrZ3JvdW5kIjp7IiRpZCI6IjgwIiwiQ29sb3IiOnsiJGlkIjoiODEiLCJBIjo4OSwiUiI6MCwiRyI6MCwiQiI6MH19LCJJc1Zpc2libGUiOnRydWUsIldpZHRoIjowLjAsIkhlaWdodCI6MC4wLCJCb3JkZXJTdHlsZSI6eyIkaWQiOiI4MiIsIkxpbmVDb2xvciI6bnVsbCwiTGluZVdlaWdodCI6MC4wLCJMaW5lVHlwZSI6MCwiUGFyZW50U3R5bGUiOm51bGx9LCJQYXJlbnRTdHlsZSI6bnVsbH0sIkhvcml6b250YWxDb25uZWN0b3JTdHlsZSI6eyIkaWQiOiI4MyIsIkxpbmVDb2xvciI6eyIkaWQiOiI4NCIsIiR0eXBlIjoiTkxSRS5Db21tb24uRG9tLlNvbGlkQ29sb3JCcnVzaCwgTkxSRS5Db21tb24iLCJDb2xvciI6eyIkaWQiOiI4NSIsIkEiOjI1NSwiUiI6MjA0LCJHIjoyMDQsIkIiOjIwNH19LCJMaW5lV2VpZ2h0IjoxLjAsIkxpbmVUeXBlIjowLCJQYXJlbnRTdHlsZSI6bnVsbH0sIlZlcnRpY2FsQ29ubmVjdG9yU3R5bGUiOnsiJGlkIjoiODYiLCJMaW5lQ29sb3IiOnsiJGlkIjoiODciLCIkdHlwZSI6Ik5MUkUuQ29tbW9uLkRvbS5Tb2xpZENvbG9yQnJ1c2gsIE5MUkUuQ29tbW9uIiwiQ29sb3IiOnsiJGlkIjoiODgiLCJBIjoyNTUsIlIiOjI0MywiRyI6MjM1LCJCIjoyMzV9fSwiTGluZVdlaWdodCI6MS4wLCJMaW5lVHlwZSI6MCwiUGFyZW50U3R5bGUiOm51bGx9LCJNYXJnaW4iOm51bGwsIlN0YXJ0RGF0ZVBvc2l0aW9uIjoxLCJFbmREYXRlUG9zaXRpb24iOjEsIkRhdGVJc1Zpc2libGUiOnRydWUsIlRpdGxlUG9zaXRpb24iOjAsIkR1cmF0aW9uUG9zaXRpb24iOjYsIlBlcmNlbnRhZ2VDb21wbGV0ZWRQb3NpdGlvbiI6MiwiU3BhY2luZyI6MTAsIklzQmVsb3dUaW1lYmFuZCI6dHJ1ZSwiUGVyY2VudGFnZUNvbXBsZXRlU2hhcGVPcGFjaXR5IjozNSwiU2hhcGVTdHlsZSI6eyIkaWQiOiI4OSIsIk1hcmdpbiI6eyIkaWQiOiI5MCIsIlRvcCI6MC4wLCJMZWZ0Ijo0LjAsIlJpZ2h0Ijo0LjAsIkJvdHRvbSI6MC4wfSwiUGFkZGluZyI6eyIkaWQiOiI5MSIsIlRvcCI6MC4wLCJMZWZ0IjowLjAsIlJpZ2h0IjowLjAsIkJvdHRvbSI6MC4wfSwiQmFja2dyb3VuZCI6eyIkaWQiOiI5MiIsIkNvbG9yIjp7IiRpZCI6IjkzIiwiQSI6MjU1LCJSIjoyMDEsIkciOjIwNCwiQiI6MjA3fX0sIklzVmlzaWJsZSI6dHJ1ZSwiV2lkdGgiOjU2LjAsIkhlaWdodCI6MTYuMCwiQm9yZGVyU3R5bGUiOnsiJGlkIjoiOTQiLCJMaW5lQ29sb3IiOnsiJGlkIjoiOTUiLCIkdHlwZSI6Ik5MUkUuQ29tbW9uLkRvbS5Tb2xpZENvbG9yQnJ1c2gsIE5MUkUuQ29tbW9uIiwiQ29sb3IiOnsiJGlkIjoiOTYiLCJBIjoyNTUsIlIiOjI1NSwiRyI6MCwiQiI6MH19LCJMaW5lV2VpZ2h0IjowLjAsIkxpbmVUeXBlIjowLCJQYXJlbnRTdHlsZSI6bnVsbH0sIlBhcmVudFN0eWxlIjpudWxsfSwiVGl0bGVTdHlsZSI6eyIkaWQiOiI5NyIsIkZvbnRTZXR0aW5ncyI6eyIkaWQiOiI5OCIsIkZvbnRTaXplIjoxMiwiRm9udE5hbWUiOiJSb2Nrd2VsbCIsIklzQm9sZCI6ZmFsc2UsIklzSXRhbGljIjpmYWxzZSwiSXNVbmRlcmxpbmVkIjpmYWxzZSwiUGFyZW50U3R5bGUiOm51bGx9LCJBdXRvU2l6ZSI6MiwiRm9yZWdyb3VuZCI6eyIkaWQiOiI5OSIsIkNvbG9yIjp7IiRpZCI6IjEwMCIsIkEiOjI1NSwiUiI6MTkzLCJHIjozOSwiQiI6NDV9fSwiTWF4V2lkdGgiOjEzOC43NzQyODY0NDM1MzY5NCwiTWF4SGVpZ2h0IjoiSW5maW5pdHkiLCJTbWFydEZvcmVncm91bmRJc0FjdGl2ZSI6ZmFsc2UsIkhvcml6b250YWxBbGlnbm1lbnQiOjAsIlZlcnRpY2FsQWxpZ25tZW50IjowLCJTbWFydEZvcmVncm91bmQiOm51bGwsIkJhY2tncm91bmRGaWxsVHlwZSI6MCwiTWFyZ2luIjp7IiRpZCI6IjEwMSIsIlRvcCI6MC4wLCJMZWZ0IjowLjAsIlJpZ2h0IjowLjAsIkJvdHRvbSI6MC4wfSwiUGFkZGluZyI6eyIkaWQiOiIxMDIiLCJUb3AiOjAuMCwiTGVmdCI6MC4wLCJSaWdodCI6MC4wLCJCb3R0b20iOjAuMH0sIkJhY2tncm91bmQiOnsiJGlkIjoiMTAzIiwiQ29sb3IiOnsiJGlkIjoiMTA0IiwiQSI6MCwiUiI6MjU1LCJHIjoyNTUsIkIiOjI1NX19LCJJc1Zpc2libGUiOnRydWUsIldpZHRoIjowLjAsIkhlaWdodCI6MC4wLCJCb3JkZXJTdHlsZSI6eyIkaWQiOiIxMDUiLCJMaW5lQ29sb3IiOm51bGwsIkxpbmVXZWlnaHQiOjAuMCwiTGluZVR5cGUiOjAsIlBhcmVudFN0eWxlIjpudWxsfSwiUGFyZW50U3R5bGUiOm51bGx9LCJEYXRlU3R5bGUiOnsiJGlkIjoiMTA2IiwiRm9udFNldHRpbmdzIjp7IiRpZCI6IjEwNyIsIkZvbnRTaXplIjoxMCwiRm9udE5hbWUiOiJWZXJkYW5hIiwiSXNCb2xkIjpmYWxzZSwiSXNJdGFsaWMiOmZhbHNlLCJJc1VuZGVybGluZWQiOmZhbHNlLCJQYXJlbnRTdHlsZSI6bnVsbH0sIkF1dG9TaXplIjowLCJGb3JlZ3JvdW5kIjp7IiRpZCI6IjEwOCIsIkNvbG9yIjp7IiRpZCI6IjEwOSIsIkEiOjI1NSwiUiI6MTI4LCJHIjoxMjgsIkIiOjEyOH19LCJNYXhXaWR0aCI6MjAwLjAsIk1heEhlaWdodCI6IkluZmluaXR5IiwiU21hcnRGb3JlZ3JvdW5kSXNBY3RpdmUiOmZhbHNlLCJIb3Jpem9udGFsQWxpZ25tZW50IjowLCJWZXJ0aWNhbEFsaWdubWVudCI6MCwiU21hcnRGb3JlZ3JvdW5kIjpudWxsLCJCYWNrZ3JvdW5kRmlsbFR5cGUiOjAsIk1hcmdpbiI6eyIkaWQiOiIxMTAiLCJUb3AiOjAuMCwiTGVmdCI6MC4wLCJSaWdodCI6MC4wLCJCb3R0b20iOjAuMH0sIlBhZGRpbmciOnsiJGlkIjoiMTExIiwiVG9wIjowLjAsIkxlZnQiOjAuMCwiUmlnaHQiOjAuMCwiQm90dG9tIjowLjB9LCJCYWNrZ3JvdW5kIjp7IiRpZCI6IjExMiIsIkNvbG9yIjp7IiRpZCI6IjExMyIsIkEiOjAsIlIiOjI1NSwiRyI6MjU1LCJCIjoyNTV9fSwiSXNWaXNpYmxlIjpmYWxzZSwiV2lkdGgiOjAuMCwiSGVpZ2h0IjowLjAsIkJvcmRlclN0eWxlIjp7IiRpZCI6IjExNCIsIkxpbmVDb2xvciI6bnVsbCwiTGluZVdlaWdodCI6MC4wLCJMaW5lVHlwZSI6MCwiUGFyZW50U3R5bGUiOm51bGx9LCJQYXJlbnRTdHlsZSI6bnVsbH0sIkRhdGVGb3JtYXQiOnsiJGlkIjoiMTE1IiwiRm9ybWF0U3RyaW5nIjoi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2IiwiRm9ybWF0IjowLCJJc1Zpc2libGUiOmZhbHNlLCJMYXN0S25vd25WaXNpYmlsaXR5U3RhdGUiOmZhbHNlfSwiSXNWaXNpYmxlIjp0cnVlLCJQYXJlbnRTdHlsZSI6bnVsbH0sIkluZGV4IjozLCJTbWFydER1cmF0aW9uQWN0aXZhdGVkIjpmYWxzZSwiRGF0ZUZvcm1hdCI6eyIkcmVmIjoiMTE1In0sIldlZWtOdW1iZXJpbmciOnsiJGlkIjoiMTE3IiwiRm9ybWF0IjowLCJJc1Zpc2libGUiOmZhbHNlLCJMYXN0S25vd25WaXNpYmlsaXR5U3RhdGUiOmZhbHNlfSwiSWQiOiIxZmRhNjI5Ny0zMjhhLTQ2MDYtODgxZC1kOWI1YTA4M2RjNWEiLCJJbXBvcnRJZCI6bnVsbCwiVGl0bGUiOiJNQSBFbmdpbmVlcmluZ1xyRmVycmlzIFN0YXRlIFVuaXZlcnNpdHkiLCJOb3RlIjpudWxsLCJIeXBlcmxpbmsiOnsiJGlkIjoiMTE4IiwiQWRkcmVzcyI6bnVsbCwiU3ViQWRkcmVzcyI6bnVsbH0sIklzQ2hhbmdlZCI6ZmFsc2UsIklzTmV3IjpmYWxzZX19LHsiJGlkIjoiMTE5IiwiX2F0dGFjaGVkTWlsZXN0b25lcyI6W10sIlRhc2tEZWZpbml0aW9uIjp7IiRpZCI6IjEyMCIsIkdyb3VwTmFtZSI6bnVsbCwiU3RhcnREYXRlIjoiMjAwNy0wOS0wMVQwMDowMDowMFoiLCJFbmREYXRlIjoiMjAxMC0wOC0zMVQyMzo1OTowMFoiLCJQZXJjZW50YWdlQ29tcGxldGUiOm51bGwsIlN0eWxlIjp7IiRpZCI6IjEyMSIsIlNoYXBlIjoyLCJTaGFwZVRoaWNrbmVzcyI6MSwiRHVyYXRpb25Gb3JtYXQiOjUsIkluY2x1ZGVOb25Xb3JraW5nRGF5c0luRHVyYXRpb24iOmZhbHNlLCJQZXJjZW50YWdlQ29tcGxldGVTdHlsZSI6eyIkaWQiOiIxMjIiLCJGb250U2V0dGluZ3MiOnsiJGlkIjoiMTIzIiwiRm9udFNpemUiOjEwLCJGb250TmFtZSI6IkNhbGlicmkiLCJJc0JvbGQiOmZhbHNlLCJJc0l0YWxpYyI6ZmFsc2UsIklzVW5kZXJsaW5lZCI6ZmFsc2UsIlBhcmVudFN0eWxlIjpudWxsfSwiQXV0b1NpemUiOjAsIkZvcmVncm91bmQiOnsiJGlkIjoiMTI0IiwiQ29sb3IiOnsiJGlkIjoiMTI1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EyNiIsIlRvcCI6MC4wLCJMZWZ0IjowLjAsIlJpZ2h0IjowLjAsIkJvdHRvbSI6MC4wfSwiUGFkZGluZyI6eyIkaWQiOiIxMjciLCJUb3AiOjAuMCwiTGVmdCI6MC4wLCJSaWdodCI6MC4wLCJCb3R0b20iOjAuMH0sIkJhY2tncm91bmQiOnsiJGlkIjoiMTI4IiwiQ29sb3IiOnsiJGlkIjoiMTI5IiwiQSI6ODksIlIiOjAsIkciOjAsIkIiOjB9fSwiSXNWaXNpYmxlIjp0cnVlLCJXaWR0aCI6MC4wLCJIZWlnaHQiOjAuMCwiQm9yZGVyU3R5bGUiOnsiJGlkIjoiMTMwIiwiTGluZUNvbG9yIjpudWxsLCJMaW5lV2VpZ2h0IjowLjAsIkxpbmVUeXBlIjowLCJQYXJlbnRTdHlsZSI6bnVsbH0sIlBhcmVudFN0eWxlIjpudWxsfSwiRHVyYXRpb25TdHlsZSI6eyIkaWQiOiIxMzEiLCJGb250U2V0dGluZ3MiOnsiJGlkIjoiMTMyIiwiRm9udFNpemUiOjEwLCJGb250TmFtZSI6IkNhbGlicmkiLCJJc0JvbGQiOmZhbHNlLCJJc0l0YWxpYyI6ZmFsc2UsIklzVW5kZXJsaW5lZCI6ZmFsc2UsIlBhcmVudFN0eWxlIjpudWxsfSwiQXV0b1NpemUiOjAsIkZvcmVncm91bmQiOnsiJGlkIjoiMTMzIiwiQ29sb3IiOnsiJGlkIjoiMTM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M1IiwiVG9wIjowLjAsIkxlZnQiOjAuMCwiUmlnaHQiOjAuMCwiQm90dG9tIjowLjB9LCJQYWRkaW5nIjp7IiRpZCI6IjEzNiIsIlRvcCI6MC4wLCJMZWZ0IjowLjAsIlJpZ2h0IjowLjAsIkJvdHRvbSI6MC4wfSwiQmFja2dyb3VuZCI6eyIkaWQiOiIxMzciLCJDb2xvciI6eyIkaWQiOiIxMzgiLCJBIjo4OSwiUiI6MCwiRyI6MCwiQiI6MH19LCJJc1Zpc2libGUiOnRydWUsIldpZHRoIjowLjAsIkhlaWdodCI6MC4wLCJCb3JkZXJTdHlsZSI6eyIkaWQiOiIxMzkiLCJMaW5lQ29sb3IiOm51bGwsIkxpbmVXZWlnaHQiOjAuMCwiTGluZVR5cGUiOjAsIlBhcmVudFN0eWxlIjpudWxsfSwiUGFyZW50U3R5bGUiOm51bGx9LCJIb3Jpem9udGFsQ29ubmVjdG9yU3R5bGUiOnsiJGlkIjoiMTQwIiwiTGluZUNvbG9yIjp7IiRpZCI6IjE0MSIsIiR0eXBlIjoiTkxSRS5Db21tb24uRG9tLlNvbGlkQ29sb3JCcnVzaCwgTkxSRS5Db21tb24iLCJDb2xvciI6eyIkaWQiOiIxNDIiLCJBIjoyNTUsIlIiOjIwNCwiRyI6MjA0LCJCIjoyMDR9fSwiTGluZVdlaWdodCI6MS4wLCJMaW5lVHlwZSI6MCwiUGFyZW50U3R5bGUiOm51bGx9LCJWZXJ0aWNhbENvbm5lY3RvclN0eWxlIjp7IiRpZCI6IjE0MyIsIkxpbmVDb2xvciI6eyIkaWQiOiIxNDQiLCIkdHlwZSI6Ik5MUkUuQ29tbW9uLkRvbS5Tb2xpZENvbG9yQnJ1c2gsIE5MUkUuQ29tbW9uIiwiQ29sb3IiOnsiJGlkIjoiMTQ1IiwiQSI6MjU1LCJSIjoyNDMsIkciOjIzNSwiQiI6MjM1fX0sIkxpbmVXZWlnaHQiOjEuMCwiTGluZVR5cGUiOjAsIlBhcmVudFN0eWxlIjpudWxsfSwiTWFyZ2luIjpudWxsLCJTdGFydERhdGVQb3NpdGlvbiI6MSwiRW5kRGF0ZVBvc2l0aW9uIjoxLCJEYXRlSXNWaXNpYmxlIjp0cnVlLCJUaXRsZVBvc2l0aW9uIjowLCJEdXJhdGlvblBvc2l0aW9uIjo2LCJQZXJjZW50YWdlQ29tcGxldGVkUG9zaXRpb24iOjIsIlNwYWNpbmciOjUsIklzQmVsb3dUaW1lYmFuZCI6dHJ1ZSwiUGVyY2VudGFnZUNvbXBsZXRlU2hhcGVPcGFjaXR5IjozNSwiU2hhcGVTdHlsZSI6eyIkaWQiOiIxNDYiLCJNYXJnaW4iOnsiJGlkIjoiMTQ3IiwiVG9wIjowLjAsIkxlZnQiOjQuMCwiUmlnaHQiOjQuMCwiQm90dG9tIjowLjB9LCJQYWRkaW5nIjp7IiRpZCI6IjE0OCIsIlRvcCI6MC4wLCJMZWZ0IjowLjAsIlJpZ2h0IjowLjAsIkJvdHRvbSI6MC4wfSwiQmFja2dyb3VuZCI6eyIkaWQiOiIxNDkiLCJDb2xvciI6eyIkaWQiOiIxNTAiLCJBIjoyNTUsIlIiOjIwMSwiRyI6MjA0LCJCIjoyMDd9fSwiSXNWaXNpYmxlIjp0cnVlLCJXaWR0aCI6MTY4LjAsIkhlaWdodCI6MTYuMCwiQm9yZGVyU3R5bGUiOnsiJGlkIjoiMTUxIiwiTGluZUNvbG9yIjp7IiRpZCI6IjE1MiIsIiR0eXBlIjoiTkxSRS5Db21tb24uRG9tLlNvbGlkQ29sb3JCcnVzaCwgTkxSRS5Db21tb24iLCJDb2xvciI6eyIkaWQiOiIxNTMiLCJBIjoyNTUsIlIiOjI1NSwiRyI6MCwiQiI6MH19LCJMaW5lV2VpZ2h0IjowLjAsIkxpbmVUeXBlIjowLCJQYXJlbnRTdHlsZSI6bnVsbH0sIlBhcmVudFN0eWxlIjpudWxsfSwiVGl0bGVTdHlsZSI6eyIkaWQiOiIxNTQiLCJGb250U2V0dGluZ3MiOnsiJGlkIjoiMTU1IiwiRm9udFNpemUiOjEyLCJGb250TmFtZSI6IlJvY2t3ZWxsIiwiSXNCb2xkIjpmYWxzZSwiSXNJdGFsaWMiOmZhbHNlLCJJc1VuZGVybGluZWQiOmZhbHNlLCJQYXJlbnRTdHlsZSI6bnVsbH0sIkF1dG9TaXplIjoyLCJGb3JlZ3JvdW5kIjp7IiRpZCI6IjE1NiIsIkNvbG9yIjp7IiRpZCI6IjE1NyIsIkEiOjI1NSwiUiI6MTkzLCJHIjozOSwiQiI6NDV9fSwiTWF4V2lkdGgiOjExOC4wLCJNYXhIZWlnaHQiOiJJbmZpbml0eSIsIlNtYXJ0Rm9yZWdyb3VuZElzQWN0aXZlIjpmYWxzZSwiSG9yaXpvbnRhbEFsaWdubWVudCI6MCwiVmVydGljYWxBbGlnbm1lbnQiOjAsIlNtYXJ0Rm9yZWdyb3VuZCI6bnVsbCwiQmFja2dyb3VuZEZpbGxUeXBlIjowLCJNYXJnaW4iOnsiJGlkIjoiMTU4IiwiVG9wIjowLjAsIkxlZnQiOjAuMCwiUmlnaHQiOjAuMCwiQm90dG9tIjowLjB9LCJQYWRkaW5nIjp7IiRpZCI6IjE1OSIsIlRvcCI6MC4wLCJMZWZ0IjowLjAsIlJpZ2h0IjowLjAsIkJvdHRvbSI6MC4wfSwiQmFja2dyb3VuZCI6eyIkaWQiOiIxNjAiLCJDb2xvciI6eyIkaWQiOiIxNjEiLCJBIjowLCJSIjoyNTUsIkciOjI1NSwiQiI6MjU1fX0sIklzVmlzaWJsZSI6dHJ1ZSwiV2lkdGgiOjAuMCwiSGVpZ2h0IjowLjAsIkJvcmRlclN0eWxlIjp7IiRpZCI6IjE2MiIsIkxpbmVDb2xvciI6bnVsbCwiTGluZVdlaWdodCI6MC4wLCJMaW5lVHlwZSI6MCwiUGFyZW50U3R5bGUiOm51bGx9LCJQYXJlbnRTdHlsZSI6bnVsbH0sIkRhdGVTdHlsZSI6eyIkaWQiOiIxNjMiLCJGb250U2V0dGluZ3MiOnsiJGlkIjoiMTY0IiwiRm9udFNpemUiOjEwLCJGb250TmFtZSI6IlZlcmRhbmEiLCJJc0JvbGQiOmZhbHNlLCJJc0l0YWxpYyI6ZmFsc2UsIklzVW5kZXJsaW5lZCI6ZmFsc2UsIlBhcmVudFN0eWxlIjpudWxsfSwiQXV0b1NpemUiOjAsIkZvcmVncm91bmQiOnsiJGlkIjoiMTY1IiwiQ29sb3IiOnsiJGlkIjoiMTY2IiwiQSI6MjU1LCJSIjoxMjgsIkciOjEyOCwiQiI6MTI4fX0sIk1heFdpZHRoIjoyMDAuMCwiTWF4SGVpZ2h0IjoiSW5maW5pdHkiLCJTbWFydEZvcmVncm91bmRJc0FjdGl2ZSI6ZmFsc2UsIkhvcml6b250YWxBbGlnbm1lbnQiOjAsIlZlcnRpY2FsQWxpZ25tZW50IjowLCJTbWFydEZvcmVncm91bmQiOm51bGwsIkJhY2tncm91bmRGaWxsVHlwZSI6MCwiTWFyZ2luIjp7IiRpZCI6IjE2NyIsIlRvcCI6MC4wLCJMZWZ0IjowLjAsIlJpZ2h0IjowLjAsIkJvdHRvbSI6MC4wfSwiUGFkZGluZyI6eyIkaWQiOiIxNjgiLCJUb3AiOjAuMCwiTGVmdCI6MC4wLCJSaWdodCI6MC4wLCJCb3R0b20iOjAuMH0sIkJhY2tncm91bmQiOnsiJGlkIjoiMTY5IiwiQ29sb3IiOnsiJGlkIjoiMTcwIiwiQSI6MCwiUiI6MjU1LCJHIjoyNTUsIkIiOjI1NX19LCJJc1Zpc2libGUiOmZhbHNlLCJXaWR0aCI6MC4wLCJIZWlnaHQiOjAuMCwiQm9yZGVyU3R5bGUiOnsiJGlkIjoiMTcxIiwiTGluZUNvbG9yIjpudWxsLCJMaW5lV2VpZ2h0IjowLjAsIkxpbmVUeXBlIjowLCJQYXJlbnRTdHlsZSI6bnVsbH0sIlBhcmVudFN0eWxlIjpudWxsfSwiRGF0ZUZvcm1hdCI6eyIkaWQiOiIxNzIiLCJGb3JtYXRTdHJpbmciOiJ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MiLCJGb3JtYXQiOjAsIklzVmlzaWJsZSI6ZmFsc2UsIkxhc3RLbm93blZpc2liaWxpdHlTdGF0ZSI6ZmFsc2V9LCJJc1Zpc2libGUiOnRydWUsIlBhcmVudFN0eWxlIjpudWxsfSwiSW5kZXgiOjAsIlNtYXJ0RHVyYXRpb25BY3RpdmF0ZWQiOmZhbHNlLCJEYXRlRm9ybWF0Ijp7IiRyZWYiOiIxNzIifSwiV2Vla051bWJlcmluZyI6eyIkaWQiOiIxNzQiLCJGb3JtYXQiOjAsIklzVmlzaWJsZSI6ZmFsc2UsIkxhc3RLbm93blZpc2liaWxpdHlTdGF0ZSI6ZmFsc2V9LCJJZCI6IjU3NmE5M2VjLWM3OWMtNDk5MC1iMTAwLTMzYzAyYzNmNjUxZiIsIkltcG9ydElkIjpudWxsLCJUaXRsZSI6IkZvdW5kYXRpb24gaW4gQXJ0c1xySW5zdGl0dXRlIG9mIEZpbmUgQXJ0cyIsIk5vdGUiOm51bGwsIkh5cGVybGluayI6eyIkaWQiOiIxNzUiLCJBZGRyZXNzIjpudWxsLCJTdWJBZGRyZXNzIjpudWxsfSwiSXNDaGFuZ2VkIjpmYWxzZSwiSXNOZXciOmZhbHNlfX0seyIkaWQiOiIxNzYiLCJfYXR0YWNoZWRNaWxlc3RvbmVzIjpbXSwiVGFza0RlZmluaXRpb24iOnsiJGlkIjoiMTc3IiwiR3JvdXBOYW1lIjpudWxsLCJTdGFydERhdGUiOiIyMDE1LTA5LTAyVDAwOjAwOjAwWiIsIkVuZERhdGUiOiIyMDE4LTA4LTMxVDIzOjU5OjAwWiIsIlBlcmNlbnRhZ2VDb21wbGV0ZSI6bnVsbCwiU3R5bGUiOnsiJGlkIjoiMTc4IiwiU2hhcGUiOjIsIlNoYXBlVGhpY2tuZXNzIjoxLCJEdXJhdGlvbkZvcm1hdCI6NSwiSW5jbHVkZU5vbldvcmtpbmdEYXlzSW5EdXJhdGlvbiI6ZmFsc2UsIlBlcmNlbnRhZ2VDb21wbGV0ZVN0eWxlIjp7IiRpZCI6IjE3OSIsIkZvbnRTZXR0aW5ncyI6eyIkaWQiOiIxODAiLCJGb250U2l6ZSI6MTAsIkZvbnROYW1lIjoiQ2FsaWJyaSIsIklzQm9sZCI6ZmFsc2UsIklzSXRhbGljIjpmYWxzZSwiSXNVbmRlcmxpbmVkIjpmYWxzZSwiUGFyZW50U3R5bGUiOm51bGx9LCJBdXRvU2l6ZSI6MCwiRm9yZWdyb3VuZCI6eyIkaWQiOiIxODEiLCJDb2xvciI6eyIkaWQiOiIxODI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gzIiwiVG9wIjowLjAsIkxlZnQiOjAuMCwiUmlnaHQiOjAuMCwiQm90dG9tIjowLjB9LCJQYWRkaW5nIjp7IiRpZCI6IjE4NCIsIlRvcCI6MC4wLCJMZWZ0IjowLjAsIlJpZ2h0IjowLjAsIkJvdHRvbSI6MC4wfSwiQmFja2dyb3VuZCI6eyIkaWQiOiIxODUiLCJDb2xvciI6eyIkaWQiOiIxODYiLCJBIjo4OSwiUiI6MCwiRyI6MCwiQiI6MH19LCJJc1Zpc2libGUiOnRydWUsIldpZHRoIjowLjAsIkhlaWdodCI6MC4wLCJCb3JkZXJTdHlsZSI6eyIkaWQiOiIxODciLCJMaW5lQ29sb3IiOm51bGwsIkxpbmVXZWlnaHQiOjAuMCwiTGluZVR5cGUiOjAsIlBhcmVudFN0eWxlIjpudWxsfSwiUGFyZW50U3R5bGUiOm51bGx9LCJEdXJhdGlvblN0eWxlIjp7IiRpZCI6IjE4OCIsIkZvbnRTZXR0aW5ncyI6eyIkaWQiOiIxODkiLCJGb250U2l6ZSI6MTAsIkZvbnROYW1lIjoiQ2FsaWJyaSIsIklzQm9sZCI6ZmFsc2UsIklzSXRhbGljIjpmYWxzZSwiSXNVbmRlcmxpbmVkIjpmYWxzZSwiUGFyZW50U3R5bGUiOm51bGx9LCJBdXRvU2l6ZSI6MCwiRm9yZWdyb3VuZCI6eyIkaWQiOiIxOTAiLCJDb2xvciI6eyIkaWQiOiIxO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IiLCJUb3AiOjAuMCwiTGVmdCI6MC4wLCJSaWdodCI6MC4wLCJCb3R0b20iOjAuMH0sIlBhZGRpbmciOnsiJGlkIjoiMTkzIiwiVG9wIjowLjAsIkxlZnQiOjAuMCwiUmlnaHQiOjAuMCwiQm90dG9tIjowLjB9LCJCYWNrZ3JvdW5kIjp7IiRpZCI6IjE5NCIsIkNvbG9yIjp7IiRpZCI6IjE5NSIsIkEiOjg5LCJSIjowLCJHIjowLCJCIjowfX0sIklzVmlzaWJsZSI6dHJ1ZSwiV2lkdGgiOjAuMCwiSGVpZ2h0IjowLjAsIkJvcmRlclN0eWxlIjp7IiRpZCI6IjE5NiIsIkxpbmVDb2xvciI6bnVsbCwiTGluZVdlaWdodCI6MC4wLCJMaW5lVHlwZSI6MCwiUGFyZW50U3R5bGUiOm51bGx9LCJQYXJlbnRTdHlsZSI6bnVsbH0sIkhvcml6b250YWxDb25uZWN0b3JTdHlsZSI6eyIkaWQiOiIxOTciLCJMaW5lQ29sb3IiOnsiJGlkIjoiMTk4IiwiJHR5cGUiOiJOTFJFLkNvbW1vbi5Eb20uU29saWRDb2xvckJydXNoLCBOTFJFLkNvbW1vbiIsIkNvbG9yIjp7IiRpZCI6IjE5OSIsIkEiOjI1NSwiUiI6MjA0LCJHIjoyMDQsIkIiOjIwNH19LCJMaW5lV2VpZ2h0IjoxLjAsIkxpbmVUeXBlIjowLCJQYXJlbnRTdHlsZSI6bnVsbH0sIlZlcnRpY2FsQ29ubmVjdG9yU3R5bGUiOnsiJGlkIjoiMjAwIiwiTGluZUNvbG9yIjp7IiRpZCI6IjIwMSIsIiR0eXBlIjoiTkxSRS5Db21tb24uRG9tLlNvbGlkQ29sb3JCcnVzaCwgTkxSRS5Db21tb24iLCJDb2xvciI6eyIkaWQiOiIyMDIiLCJBIjoyNTUsIlIiOjI0MywiRyI6MjM1LCJCIjoyMzV9fSwiTGluZVdlaWdodCI6MS4wLCJMaW5lVHlwZSI6MCwiUGFyZW50U3R5bGUiOm51bGx9LCJNYXJnaW4iOm51bGwsIlN0YXJ0RGF0ZVBvc2l0aW9uIjoxLCJFbmREYXRlUG9zaXRpb24iOjEsIkRhdGVJc1Zpc2libGUiOnRydWUsIlRpdGxlUG9zaXRpb24iOjAsIkR1cmF0aW9uUG9zaXRpb24iOjYsIlBlcmNlbnRhZ2VDb21wbGV0ZWRQb3NpdGlvbiI6MiwiU3BhY2luZyI6MTAsIklzQmVsb3dUaW1lYmFuZCI6dHJ1ZSwiUGVyY2VudGFnZUNvbXBsZXRlU2hhcGVPcGFjaXR5IjozNSwiU2hhcGVTdHlsZSI6eyIkaWQiOiIyMDMiLCJNYXJnaW4iOnsiJGlkIjoiMjA0IiwiVG9wIjowLjAsIkxlZnQiOjQuMCwiUmlnaHQiOjQuMCwiQm90dG9tIjowLjB9LCJQYWRkaW5nIjp7IiRpZCI6IjIwNSIsIlRvcCI6MC4wLCJMZWZ0IjowLjAsIlJpZ2h0IjowLjAsIkJvdHRvbSI6MC4wfSwiQmFja2dyb3VuZCI6eyIkaWQiOiIyMDYiLCJDb2xvciI6eyIkaWQiOiIyMDciLCJBIjoyNTUsIlIiOjIwMSwiRyI6MjA0LCJCIjoyMDd9fSwiSXNWaXNpYmxlIjp0cnVlLCJXaWR0aCI6MTY4LjAsIkhlaWdodCI6MTYuMCwiQm9yZGVyU3R5bGUiOnsiJGlkIjoiMjA4IiwiTGluZUNvbG9yIjp7IiRpZCI6IjIwOSIsIiR0eXBlIjoiTkxSRS5Db21tb24uRG9tLlNvbGlkQ29sb3JCcnVzaCwgTkxSRS5Db21tb24iLCJDb2xvciI6eyIkaWQiOiIyMTAiLCJBIjoyNTUsIlIiOjI1NSwiRyI6MCwiQiI6MH19LCJMaW5lV2VpZ2h0IjowLjAsIkxpbmVUeXBlIjowLCJQYXJlbnRTdHlsZSI6bnVsbH0sIlBhcmVudFN0eWxlIjpudWxsfSwiVGl0bGVTdHlsZSI6eyIkaWQiOiIyMTEiLCJGb250U2V0dGluZ3MiOnsiJGlkIjoiMjEyIiwiRm9udFNpemUiOjEyLCJGb250TmFtZSI6IlJvY2t3ZWxsIiwiSXNCb2xkIjpmYWxzZSwiSXNJdGFsaWMiOmZhbHNlLCJJc1VuZGVybGluZWQiOmZhbHNlLCJQYXJlbnRTdHlsZSI6bnVsbH0sIkF1dG9TaXplIjoyLCJGb3JlZ3JvdW5kIjp7IiRpZCI6IjIxMyIsIkNvbG9yIjp7IiRpZCI6IjIxNCIsIkEiOjI1NSwiUiI6MTkzLCJHIjozOSwiQiI6NDV9fSwiTWF4V2lkdGgiOjE2OC43MjcwNDUyMzI1OTk0NCwiTWF4SGVpZ2h0IjoiSW5maW5pdHkiLCJTbWFydEZvcmVncm91bmRJc0FjdGl2ZSI6ZmFsc2UsIkhvcml6b250YWxBbGlnbm1lbnQiOjAsIlZlcnRpY2FsQWxpZ25tZW50Ijow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U3R5bGUiOnsiJGlkIjoiMjIwIiwiRm9udFNldHRpbmdzIjp7IiRpZCI6IjIyMSIsIkZvbnRTaXplIjoxMCwiRm9udE5hbWUiOiJWZXJkYW5hIiwiSXNCb2xkIjpmYWxzZSwiSXNJdGFsaWMiOmZhbHNlLCJJc1VuZGVybGluZWQiOmZhbHNlLCJQYXJlbnRTdHlsZSI6bnVsbH0sIkF1dG9TaXplIjowLCJGb3JlZ3JvdW5kIjp7IiRpZCI6IjIyMiIsIkNvbG9yIjp7IiRpZCI6IjIyMyIsIkEiOjI1NSwiUiI6MTI4LCJHIjoxMjgsIkIiOjEyOH19LCJNYXhXaWR0aCI6MjAwLjAsIk1heEhlaWdodCI6IkluZmluaXR5IiwiU21hcnRGb3JlZ3JvdW5kSXNBY3RpdmUiOmZhbHNlLCJIb3Jpem9udGFsQWxpZ25tZW50IjowLCJWZXJ0aWNhbEFsaWdubWVudCI6MCwiU21hcnRGb3JlZ3JvdW5kIjpudWxsLCJCYWNrZ3JvdW5kRmlsbFR5cGUiOjAsIk1hcmdpbiI6eyIkaWQiOiIyMjQiLCJUb3AiOjAuMCwiTGVmdCI6MC4wLCJSaWdodCI6MC4wLCJCb3R0b20iOjAuMH0sIlBhZGRpbmciOnsiJGlkIjoiMjI1IiwiVG9wIjowLjAsIkxlZnQiOjAuMCwiUmlnaHQiOjAuMCwiQm90dG9tIjowLjB9LCJCYWNrZ3JvdW5kIjp7IiRpZCI6IjIyNiIsIkNvbG9yIjp7IiRpZCI6IjIyNyIsIkEiOjAsIlIiOjI1NSwiRyI6MjU1LCJCIjoyNTV9fSwiSXNWaXNpYmxlIjpmYWxzZSwiV2lkdGgiOjAuMCwiSGVpZ2h0IjowLjAsIkJvcmRlclN0eWxlIjp7IiRpZCI6IjIyOCIsIkxpbmVDb2xvciI6bnVsbCwiTGluZVdlaWdodCI6MC4wLCJMaW5lVHlwZSI6MCwiUGFyZW50U3R5bGUiOm51bGx9LCJQYXJlbnRTdHlsZSI6bnVsbH0sIkRhdGVGb3JtYXQiOnsiJGlkIjoiMjI5IiwiRm9ybWF0U3RyaW5nIjoi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wIiwiRm9ybWF0IjowLCJJc1Zpc2libGUiOmZhbHNlLCJMYXN0S25vd25WaXNpYmlsaXR5U3RhdGUiOmZhbHNlfSwiSXNWaXNpYmxlIjp0cnVlLCJQYXJlbnRTdHlsZSI6bnVsbH0sIkluZGV4IjoyLCJTbWFydER1cmF0aW9uQWN0aXZhdGVkIjpmYWxzZSwiRGF0ZUZvcm1hdCI6eyIkcmVmIjoiMjI5In0sIldlZWtOdW1iZXJpbmciOnsiJGlkIjoiMjMxIiwiRm9ybWF0IjowLCJJc1Zpc2libGUiOmZhbHNlLCJMYXN0S25vd25WaXNpYmlsaXR5U3RhdGUiOmZhbHNlfSwiSWQiOiI4MzM1MzkyYS0zMDFjLTQ4Y2QtYjYwMC1hOTBkZDk2OWM1MDciLCJJbXBvcnRJZCI6bnVsbCwiVGl0bGUiOiJQRyBEaWdpdGFsIEJ1c2luZXNzXHJVbml2ZXJzaXR5IG9mIExvbmRvbiIsIk5vdGUiOm51bGwsIkh5cGVybGluayI6eyIkaWQiOiIyMzIiLCJBZGRyZXNzIjpudWxsLCJTdWJBZGRyZXNzIjpudWxsfSwiSXNDaGFuZ2VkIjpmYWxzZSwiSXNOZXciOmZhbHNlfX1dLCJfbWlsZXN0b25lcyI6W10sIklkIjoiMWE3YWU0ZDktNTA3Mi00MzRmLWJjZWMtODAyY2RiMzE1NTBkIiwiSXNTaW5nbGVJdGVtUm93IjpmYWxzZX1dLCJJbmRleCI6MCwiSWQiOiIzNzNkNDA5NS1kZWU3LTRiNmUtOGUwOS0zOTc2NGM2YTAwMDAiLCJIZWFkZXJUZXh0IjpudWxsLCJJc0RlZmF1bHQiOnRydWUsIlN0eWxlIjp7IiRpZCI6IjIzMyIsIkhlYWRlclN0eWxlIjp7IiRpZCI6IjIzNCIsIlRleHRTdHlsZSI6eyIkaWQiOiIyMzUiLCJGb250U2V0dGluZ3MiOnsiJGlkIjoiMjM2IiwiRm9udFNpemUiOjExLCJGb250TmFtZSI6IkNhbGlicmkiLCJJc0JvbGQiOmZhbHNlLCJJc0l0YWxpYyI6ZmFsc2UsIklzVW5kZXJsaW5lZCI6ZmFsc2UsIlBhcmVudFN0eWxlIjpudWxsfSwiQXV0b1NpemUiOjIsIkZvcmVncm91bmQiOnsiJGlkIjoiMjM3IiwiQ29sb3IiOnsiJGlkIjoiMjM4IiwiQSI6MjU1LCJSIjowLCJHIjowLCJCIjowfX0sIk1heFdpZHRoIjowLjAsIk1heEhlaWdodCI6MC4wLCJTbWFydEZvcmVncm91bmRJc0FjdGl2ZSI6ZmFsc2UsIkhvcml6b250YWxBbGlnbm1lbnQiOjAsIlZlcnRpY2FsQWxpZ25tZW50IjowLCJTbWFydEZvcmVncm91bmQiOm51bGwsIkJhY2tncm91bmRGaWxsVHlwZSI6MCwiTWFyZ2luIjp7IiRpZCI6IjIzOSIsIlRvcCI6MC4wLCJMZWZ0IjowLjAsIlJpZ2h0IjowLjAsIkJvdHRvbSI6MC4wfSwiUGFkZGluZyI6eyIkaWQiOiIyNDAiLCJUb3AiOjAuMCwiTGVmdCI6MC4wLCJSaWdodCI6MC4wLCJCb3R0b20iOjAuMH0sIkJhY2tncm91bmQiOm51bGwsIklzVmlzaWJsZSI6dHJ1ZSwiV2lkdGgiOjAuMCwiSGVpZ2h0IjowLjAsIkJvcmRlclN0eWxlIjpudWxsLCJQYXJlbnRTdHlsZSI6bnVsbH0sIlJlY3RhbmdsZVN0eWxlIjp7IiRpZCI6IjI0MSIsIk1hcmdpbiI6eyIkaWQiOiIyNDIiLCJUb3AiOjAuMCwiTGVmdCI6MC4wLCJSaWdodCI6MC4wLCJCb3R0b20iOjAuMH0sIlBhZGRpbmciOnsiJGlkIjoiMjQzIiwiVG9wIjowLjAsIkxlZnQiOjAuMCwiUmlnaHQiOjAuMCwiQm90dG9tIjowLjB9LCJCYWNrZ3JvdW5kIjp7IiRpZCI6IjI0NCIsIkNvbG9yIjp7IiRpZCI6IjI0NSIsIkEiOjYzLCJSIjo2OCwiRyI6MTE0LCJCIjoxOTZ9fSwiSXNWaXNpYmxlIjp0cnVlLCJXaWR0aCI6MC4wLCJIZWlnaHQiOjAuMCwiQm9yZGVyU3R5bGUiOnsiJGlkIjoiMjQ2IiwiTGluZUNvbG9yIjp7IiRpZCI6IjI0NyIsIiR0eXBlIjoiTkxSRS5Db21tb24uRG9tLlNvbGlkQ29sb3JCcnVzaCwgTkxSRS5Db21tb24iLCJDb2xvciI6eyIkaWQiOiIyNDgiLCJBIjoyNTUsIlIiOjI1NSwiRyI6MCwiQiI6MH19LCJMaW5lV2VpZ2h0IjowLjAsIkxpbmVUeXBlIjowLCJQYXJlbnRTdHlsZSI6bnVsbH0sIlBhcmVudFN0eWxlIjpudWxsfSwiTWFyZ2luIjp7IiRpZCI6IjI0OSIsIlRvcCI6MC4wLCJMZWZ0IjowLjAsIlJpZ2h0IjowLjAsIkJvdHRvbSI6MC4wfSwiUGFkZGluZyI6eyIkaWQiOiIyNTAiLCJUb3AiOjAuMCwiTGVmdCI6MC4wLCJSaWdodCI6MC4wLCJCb3R0b20iOjAuMH0sIkJhY2tncm91bmQiOm51bGwsIklzVmlzaWJsZSI6dHJ1ZSwiV2lkdGgiOjAuMCwiSGVpZ2h0IjowLjAsIkJvcmRlclN0eWxlIjpudWxsLCJQYXJlbnRTdHlsZSI6bnVsbH0sIkJhY2tncm91bmRTdHlsZSI6eyIkaWQiOiIyNTEiLCJNYXJnaW4iOnsiJGlkIjoiMjUyIiwiVG9wIjowLjAsIkxlZnQiOjAuMCwiUmlnaHQiOjAuMCwiQm90dG9tIjowLjB9LCJQYWRkaW5nIjp7IiRpZCI6IjI1MyIsIlRvcCI6MC4wLCJMZWZ0IjowLjAsIlJpZ2h0IjowLjAsIkJvdHRvbSI6MC4wfSwiQmFja2dyb3VuZCI6eyIkaWQiOiIyNTQiLCJDb2xvciI6eyIkaWQiOiIyNTUiLCJBIjo1MSwiUiI6MTY1LCJHIjoxNjUsIkIiOjE2NX19LCJJc1Zpc2libGUiOnRydWUsIldpZHRoIjowLjAsIkhlaWdodCI6MC4wLCJCb3JkZXJTdHlsZSI6eyIkaWQiOiIyNTYiLCJMaW5lQ29sb3IiOnsiJGlkIjoiMjU3IiwiJHR5cGUiOiJOTFJFLkNvbW1vbi5Eb20uU29saWRDb2xvckJydXNoLCBOTFJFLkNvbW1vbiIsIkNvbG9yIjp7IiRpZCI6IjI1OCIsIkEiOjI1NSwiUiI6MjU1LCJHIjowLCJCIjowfX0sIkxpbmVXZWlnaHQiOjAuMCwiTGluZVR5cGUiOjAsIlBhcmVudFN0eWxlIjpudWxsfSwiUGFyZW50U3R5bGUiOm51bGx9LCJNYXJnaW4iOnsiJGlkIjoiMjU5IiwiVG9wIjowLjAsIkxlZnQiOjAuMCwiUmlnaHQiOjAuMCwiQm90dG9tIjowLjB9LCJQYWRkaW5nIjp7IiRpZCI6IjI2MCIsIlRvcCI6MC4wLCJMZWZ0IjowLjAsIlJpZ2h0IjowLjAsIkJvdHRvbSI6MC4wfSwiSXNWaXNpYmxlIjpmYWxzZSwiV2lkdGgiOjAuMCwiSGVpZ2h0IjowLjAsIkJvcmRlclN0eWxlIjpudWxsLCJQYXJlbnRTdHlsZSI6bnVsbH19XSwiSWQiOiI0OGFlNTI2Yi0wNjljLTRjMGMtOWQ3NS0xMmM5MjkzYWY1OWIiLCJJbmRleCI6MCwiSGVhZGVyVGV4dCI6IkVEVUNBVElPTiIsIlN0eWxlIjp7IiRpZCI6IjI2MSIsIkhlYWRlclN0eWxlIjp7IiRpZCI6IjI2MiIsIlRleHRJc1ZlcnRpY2FsIjpmYWxzZSwiVGV4dFN0eWxlIjp7IiRpZCI6IjI2MyIsIkZvbnRTZXR0aW5ncyI6eyIkaWQiOiIyNjQiLCJGb250U2l6ZSI6MTYsIkZvbnROYW1lIjoiUm9ja3dlbGwiLCJJc0JvbGQiOmZhbHNlLCJJc0l0YWxpYyI6ZmFsc2UsIklzVW5kZXJsaW5lZCI6ZmFsc2UsIlBhcmVudFN0eWxlIjpudWxsfSwiQXV0b1NpemUiOjIsIkZvcmVncm91bmQiOnsiJGlkIjoiMjY1IiwiQ29sb3IiOnsiJGlkIjoiMjY2IiwiQSI6MjU1LCJSIjowLCJHIjowLCJCIjowfX0sIk1heFdpZHRoIjoxMDUuODAyMzQ2MjA4ODY5ODQsIk1heEhlaWdodCI6MC4wLCJTbWFydEZvcmVncm91bmRJc0FjdGl2ZSI6ZmFsc2UsIkhvcml6b250YWxBbGlnbm1lbnQiOjAsIlZlcnRpY2FsQWxpZ25tZW50IjowLCJTbWFydEZvcmVncm91bmQiOm51bGwsIkJhY2tncm91bmRGaWxsVHlwZSI6MCwiTWFyZ2luIjp7IiRpZCI6IjI2NyIsIlRvcCI6MC4wLCJMZWZ0IjowLjAsIlJpZ2h0IjowLjAsIkJvdHRvbSI6MC4wfSwiUGFkZGluZyI6eyIkaWQiOiIyNjgiLCJUb3AiOjAuMCwiTGVmdCI6MC4wLCJSaWdodCI6MC4wLCJCb3R0b20iOjAuMH0sIkJhY2tncm91bmQiOm51bGwsIklzVmlzaWJsZSI6dHJ1ZSwiV2lkdGgiOjAuMCwiSGVpZ2h0IjowLjAsIkJvcmRlclN0eWxlIjpudWxsLCJQYXJlbnRTdHlsZSI6bnVsbH0sIlJlY3RhbmdsZVN0eWxlIjp7IiRpZCI6IjI2OSIsIk1hcmdpbiI6eyIkaWQiOiIyNzAiLCJUb3AiOjAuMCwiTGVmdCI6MC4wLCJSaWdodCI6MC4wLCJCb3R0b20iOjAuMH0sIlBhZGRpbmciOnsiJGlkIjoiMjcxIiwiVG9wIjowLjAsIkxlZnQiOjAuMCwiUmlnaHQiOjAuMCwiQm90dG9tIjowLjB9LCJCYWNrZ3JvdW5kIjp7IiRpZCI6IjI3MiIsIkNvbG9yIjp7IiRpZCI6IjI3MyIsIkEiOjI1NSwiUiI6MjAxLCJHIjoyMDQsIkIiOjIwN319LCJJc1Zpc2libGUiOnRydWUsIldpZHRoIjowLjAsIkhlaWdodCI6MC4wLCJCb3JkZXJTdHlsZSI6eyIkaWQiOiIyNzQiLCJMaW5lQ29sb3IiOnsiJGlkIjoiMjc1IiwiJHR5cGUiOiJOTFJFLkNvbW1vbi5Eb20uU29saWRDb2xvckJydXNoLCBOTFJFLkNvbW1vbiIsIkNvbG9yIjp7IiRpZCI6IjI3NiIsIkEiOjI1NSwiUiI6MjEsIkciOjM3LCJCIjo2Nn19LCJMaW5lV2VpZ2h0IjowLjAsIkxpbmVUeXBlIjowLCJQYXJlbnRTdHlsZSI6bnVsbH0sIlBhcmVudFN0eWxlIjpudWxsfSwiTWFyZ2luIjp7IiRpZCI6IjI3NyIsIlRvcCI6MC4wLCJMZWZ0IjowLjAsIlJpZ2h0IjowLjAsIkJvdHRvbSI6MC4wfSwiUGFkZGluZyI6eyIkaWQiOiIyNzgiLCJUb3AiOjAuMCwiTGVmdCI6MC4wLCJSaWdodCI6MC4wLCJCb3R0b20iOjAuMH0sIkJhY2tncm91bmQiOm51bGwsIklzVmlzaWJsZSI6dHJ1ZSwiV2lkdGgiOjAuMCwiSGVpZ2h0IjowLjAsIkJvcmRlclN0eWxlIjpudWxsLCJQYXJlbnRTdHlsZSI6bnVsbH0sIkJhY2tncm91bmRTdHlsZSI6eyIkaWQiOiIyNzkiLCJNYXJnaW4iOnsiJGlkIjoiMjgwIiwiVG9wIjowLjAsIkxlZnQiOjAuMCwiUmlnaHQiOjAuMCwiQm90dG9tIjowLjB9LCJQYWRkaW5nIjp7IiRpZCI6IjI4MSIsIlRvcCI6MC4wLCJMZWZ0IjowLjAsIlJpZ2h0IjowLjAsIkJvdHRvbSI6MC4wfSwiQmFja2dyb3VuZCI6eyIkaWQiOiIyODIiLCJDb2xvciI6eyIkaWQiOiIyODMiLCJBIjo1MSwiUiI6MTY1LCJHIjoxNjUsIkIiOjE2NX19LCJJc1Zpc2libGUiOnRydWUsIldpZHRoIjowLjAsIkhlaWdodCI6MC4wLCJCb3JkZXJTdHlsZSI6eyIkaWQiOiIyODQiLCJMaW5lQ29sb3IiOnsiJGlkIjoiMjg1IiwiJHR5cGUiOiJOTFJFLkNvbW1vbi5Eb20uU29saWRDb2xvckJydXNoLCBOTFJFLkNvbW1vbiIsIkNvbG9yIjp7IiRpZCI6IjI4NiIsIkEiOjI1NSwiUiI6MjEsIkciOjM3LCJCIjo2Nn19LCJMaW5lV2VpZ2h0IjowLjAsIkxpbmVUeXBlIjowLCJQYXJlbnRTdHlsZSI6bnVsbH0sIlBhcmVudFN0eWxlIjpudWxsfSwiSXNBYm92ZVRpbWViYW5kIjpmYWxzZSwiTWFyZ2luIjp7IiRpZCI6IjI4NyIsIlRvcCI6MC4wLCJMZWZ0IjowLjAsIlJpZ2h0IjowLjAsIkJvdHRvbSI6MC4wfSwiUGFkZGluZyI6eyIkaWQiOiIyODgiLCJUb3AiOjAuMCwiTGVmdCI6MC4wLCJSaWdodCI6MC4wLCJCb3R0b20iOjAuMH0sIklzVmlzaWJsZSI6dHJ1ZSwiV2lkdGgiOjAuMCwiSGVpZ2h0IjowLjAsIkJvcmRlclN0eWxlIjp7IiRpZCI6IjI4OSIsIkxpbmVDb2xvciI6bnVsbCwiTGluZVdlaWdodCI6MC4wLCJMaW5lVHlwZSI6MCwiUGFyZW50U3R5bGUiOm51bGx9LCJQYXJlbnRTdHlsZSI6bnVsbH19LHsiJGlkIjoiMjkwIiwiX2FjdGl2aXRpZXMiOlt7IiRpZCI6IjI5MSIsIl9yb3dzIjpbeyIkaWQiOiIyOTIiLCJfdGFza3MiOlt7IiRpZCI6IjI5MyIsIl9hdHRhY2hlZE1pbGVzdG9uZXMiOltdLCJUYXNrRGVmaW5pdGlvbiI6eyIkaWQiOiIyOTQiLCJHcm91cE5hbWUiOm51bGwsIlN0YXJ0RGF0ZSI6IjIwMTAtMDEtMDFUMDA6MDA6MDBaIiwiRW5kRGF0ZSI6IjIwMTItMDctMzFUMjM6NTk6MDBaIiwiUGVyY2VudGFnZUNvbXBsZXRlIjpudWxsLCJTdHlsZSI6eyIkaWQiOiIyOTUiLCJTaGFwZSI6MiwiU2hhcGVUaGlja25lc3MiOjMsIkR1cmF0aW9uRm9ybWF0Ijo1LCJJbmNsdWRlTm9uV29ya2luZ0RheXNJbkR1cmF0aW9uIjpmYWxzZSwiUGVyY2VudGFnZUNvbXBsZXRlU3R5bGUiOnsiJGlkIjoiMjk2IiwiRm9udFNldHRpbmdzIjp7IiRpZCI6IjI5NyIsIkZvbnRTaXplIjoxMCwiRm9udE5hbWUiOiJDYWxpYnJpIiwiSXNCb2xkIjpmYWxzZSwiSXNJdGFsaWMiOmZhbHNlLCJJc1VuZGVybGluZWQiOmZhbHNlLCJQYXJlbnRTdHlsZSI6bnVsbH0sIkF1dG9TaXplIjowLCJGb3JlZ3JvdW5kIjp7IiRpZCI6IjI5OCIsIkNvbG9yIjp7IiRpZCI6IjI5OS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zMDAiLCJUb3AiOjAuMCwiTGVmdCI6MC4wLCJSaWdodCI6MC4wLCJCb3R0b20iOjAuMH0sIlBhZGRpbmciOnsiJGlkIjoiMzAxIiwiVG9wIjowLjAsIkxlZnQiOjAuMCwiUmlnaHQiOjAuMCwiQm90dG9tIjowLjB9LCJCYWNrZ3JvdW5kIjp7IiRpZCI6IjMwMiIsIkNvbG9yIjp7IiRpZCI6IjMwMyIsIkEiOjg5LCJSIjowLCJHIjowLCJCIjowfX0sIklzVmlzaWJsZSI6dHJ1ZSwiV2lkdGgiOjAuMCwiSGVpZ2h0IjowLjAsIkJvcmRlclN0eWxlIjp7IiRpZCI6IjMwNCIsIkxpbmVDb2xvciI6bnVsbCwiTGluZVdlaWdodCI6MC4wLCJMaW5lVHlwZSI6MCwiUGFyZW50U3R5bGUiOm51bGx9LCJQYXJlbnRTdHlsZSI6bnVsbH0sIkR1cmF0aW9uU3R5bGUiOnsiJGlkIjoiMzA1IiwiRm9udFNldHRpbmdzIjp7IiRpZCI6IjMwNiIsIkZvbnRTaXplIjoxMCwiRm9udE5hbWUiOiJDYWxpYnJpIiwiSXNCb2xkIjpmYWxzZSwiSXNJdGFsaWMiOmZhbHNlLCJJc1VuZGVybGluZWQiOmZhbHNlLCJQYXJlbnRTdHlsZSI6bnVsbH0sIkF1dG9TaXplIjowLCJGb3JlZ3JvdW5kIjp7IiRpZCI6IjMwNyIsIkNvbG9yIjp7IiRpZCI6IjMw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wOSIsIlRvcCI6MC4wLCJMZWZ0IjowLjAsIlJpZ2h0IjowLjAsIkJvdHRvbSI6MC4wfSwiUGFkZGluZyI6eyIkaWQiOiIzMTAiLCJUb3AiOjAuMCwiTGVmdCI6MC4wLCJSaWdodCI6MC4wLCJCb3R0b20iOjAuMH0sIkJhY2tncm91bmQiOnsiJGlkIjoiMzExIiwiQ29sb3IiOnsiJGlkIjoiMzEyIiwiQSI6ODksIlIiOjAsIkciOjAsIkIiOjB9fSwiSXNWaXNpYmxlIjp0cnVlLCJXaWR0aCI6MC4wLCJIZWlnaHQiOjAuMCwiQm9yZGVyU3R5bGUiOnsiJGlkIjoiMzEzIiwiTGluZUNvbG9yIjpudWxsLCJMaW5lV2VpZ2h0IjowLjAsIkxpbmVUeXBlIjowLCJQYXJlbnRTdHlsZSI6bnVsbH0sIlBhcmVudFN0eWxlIjpudWxsfSwiSG9yaXpvbnRhbENvbm5lY3RvclN0eWxlIjp7IiRpZCI6IjMxNCIsIkxpbmVDb2xvciI6eyIkaWQiOiIzMTUiLCIkdHlwZSI6Ik5MUkUuQ29tbW9uLkRvbS5Tb2xpZENvbG9yQnJ1c2gsIE5MUkUuQ29tbW9uIiwiQ29sb3IiOnsiJGlkIjoiMzE2IiwiQSI6MjU1LCJSIjoyMDQsIkciOjIwNCwiQiI6MjA0fX0sIkxpbmVXZWlnaHQiOjEuMCwiTGluZVR5cGUiOjAsIlBhcmVudFN0eWxlIjpudWxsfSwiVmVydGljYWxDb25uZWN0b3JTdHlsZSI6eyIkaWQiOiIzMTciLCJMaW5lQ29sb3IiOnsiJGlkIjoiMzE4IiwiJHR5cGUiOiJOTFJFLkNvbW1vbi5Eb20uU29saWRDb2xvckJydXNoLCBOTFJFLkNvbW1vbiIsIkNvbG9yIjp7IiRpZCI6IjMxOSIsIkEiOjI1NSwiUiI6MjQzLCJHIjoyMzUsIkIiOjIzNX19LCJMaW5lV2VpZ2h0IjoxLjAsIkxpbmVUeXBlIjowLCJQYXJlbnRTdHlsZSI6bnVsbH0sIk1hcmdpbiI6bnVsbCwiU3RhcnREYXRlUG9zaXRpb24iOjMsIkVuZERhdGVQb3NpdGlvbiI6MywiRGF0ZUlzVmlzaWJsZSI6dHJ1ZSwiVGl0bGVQb3NpdGlvbiI6MiwiRHVyYXRpb25Qb3NpdGlvbiI6NiwiUGVyY2VudGFnZUNvbXBsZXRlZFBvc2l0aW9uIjoyLCJTcGFjaW5nIjo1LCJJc0JlbG93VGltZWJhbmQiOnRydWUsIlBlcmNlbnRhZ2VDb21wbGV0ZVNoYXBlT3BhY2l0eSI6MzUsIlNoYXBlU3R5bGUiOnsiJGlkIjoiMzIwIiwiTWFyZ2luIjp7IiRpZCI6IjMyMSIsIlRvcCI6MC4wLCJMZWZ0Ijo0LjAsIlJpZ2h0Ijo0LjAsIkJvdHRvbSI6MC4wfSwiUGFkZGluZyI6eyIkaWQiOiIzMjIiLCJUb3AiOjAuMCwiTGVmdCI6MC4wLCJSaWdodCI6MC4wLCJCb3R0b20iOjAuMH0sIkJhY2tncm91bmQiOnsiJGlkIjoiMzIzIiwiQ29sb3IiOnsiJGlkIjoiMzI0IiwiQSI6MjU1LCJSIjoxOTMsIkciOjM5LCJCIjo0NX19LCJJc1Zpc2libGUiOnRydWUsIldpZHRoIjoxNDUuMCwiSGVpZ2h0IjozNi4wLCJCb3JkZXJTdHlsZSI6eyIkaWQiOiIzMjUiLCJMaW5lQ29sb3IiOnsiJGlkIjoiMzI2IiwiJHR5cGUiOiJOTFJFLkNvbW1vbi5Eb20uU29saWRDb2xvckJydXNoLCBOTFJFLkNvbW1vbiIsIkNvbG9yIjp7IiRpZCI6IjMyNyIsIkEiOjI1NSwiUiI6MjU1LCJHIjowLCJCIjowfX0sIkxpbmVXZWlnaHQiOjAuMCwiTGluZVR5cGUiOjAsIlBhcmVudFN0eWxlIjpudWxsfSwiUGFyZW50U3R5bGUiOm51bGx9LCJUaXRsZVN0eWxlIjp7IiRpZCI6IjMyOCIsIkZvbnRTZXR0aW5ncyI6eyIkaWQiOiIzMjkiLCJGb250U2l6ZSI6MTMsIkZvbnROYW1lIjoiUm9ja3dlbGwiLCJJc0JvbGQiOmZhbHNlLCJJc0l0YWxpYyI6ZmFsc2UsIklzVW5kZXJsaW5lZCI6ZmFsc2UsIlBhcmVudFN0eWxlIjpudWxsfSwiQXV0b1NpemUiOjIsIkZvcmVncm91bmQiOnsiJGlkIjoiMzMwIiwiQ29sb3IiOnsiJGlkIjoiMzMxIiwiQSI6MjU1LCJSIjoyNTUsIkciOjI1NSwiQiI6MjU1fX0sIk1heFdpZHRoIjoxMTMuODUzMDczMTIwMTE3MTksIk1heEhlaWdodCI6IkluZmluaXR5IiwiU21hcnRGb3JlZ3JvdW5kSXNBY3RpdmUiOmZhbHNlLCJIb3Jpem9udGFsQWxpZ25tZW50IjoxLCJWZXJ0aWNhbEFsaWdubWVudCI6MCwiU21hcnRGb3JlZ3JvdW5kIjpudWxsLCJCYWNrZ3JvdW5kRmlsbFR5cGUiOjAsIk1hcmdpbiI6eyIkaWQiOiIzMzIiLCJUb3AiOjAuMCwiTGVmdCI6MC4wLCJSaWdodCI6MC4wLCJCb3R0b20iOjAuMH0sIlBhZGRpbmciOnsiJGlkIjoiMzMzIiwiVG9wIjowLjAsIkxlZnQiOjAuMCwiUmlnaHQiOjAuMCwiQm90dG9tIjowLjB9LCJCYWNrZ3JvdW5kIjp7IiRpZCI6IjMzNCIsIkNvbG9yIjp7IiRpZCI6IjMzNSIsIkEiOjAsIlIiOjI1NSwiRyI6MjU1LCJCIjoyNTV9fSwiSXNWaXNpYmxlIjp0cnVlLCJXaWR0aCI6MC4wLCJIZWlnaHQiOjAuMCwiQm9yZGVyU3R5bGUiOnsiJGlkIjoiMzM2IiwiTGluZUNvbG9yIjpudWxsLCJMaW5lV2VpZ2h0IjowLjAsIkxpbmVUeXBlIjowLCJQYXJlbnRTdHlsZSI6bnVsbH0sIlBhcmVudFN0eWxlIjpudWxsfSwiRGF0ZVN0eWxlIjp7IiRpZCI6IjMzNyIsIkZvbnRTZXR0aW5ncyI6eyIkaWQiOiIzMzgiLCJGb250U2l6ZSI6MTAsIkZvbnROYW1lIjoiVmVyZGFuYSIsIklzQm9sZCI6ZmFsc2UsIklzSXRhbGljIjpmYWxzZSwiSXNVbmRlcmxpbmVkIjpmYWxzZSwiUGFyZW50U3R5bGUiOm51bGx9LCJBdXRvU2l6ZSI6MCwiRm9yZWdyb3VuZCI6eyIkaWQiOiIzMzkiLCJDb2xvciI6eyIkaWQiOiIzNDAiLCJBIjoyNTUsIlIiOjEyOCwiRyI6MTI4LCJCIjoxMjh9fSwiTWF4V2lkdGgiOjIwMC4wLCJNYXhIZWlnaHQiOiJJbmZpbml0eSIsIlNtYXJ0Rm9yZWdyb3VuZElzQWN0aXZlIjpmYWxzZSwiSG9yaXpvbnRhbEFsaWdubWVudCI6MiwiVmVydGljYWxBbGlnbm1lbnQiOjAsIlNtYXJ0Rm9yZWdyb3VuZCI6bnVsbCwiQmFja2dyb3VuZEZpbGxUeXBlIjowLCJNYXJnaW4iOnsiJGlkIjoiMzQxIiwiVG9wIjowLjAsIkxlZnQiOjAuMCwiUmlnaHQiOjAuMCwiQm90dG9tIjowLjB9LCJQYWRkaW5nIjp7IiRpZCI6IjM0MiIsIlRvcCI6MC4wLCJMZWZ0IjowLjAsIlJpZ2h0IjowLjAsIkJvdHRvbSI6MC4wfSwiQmFja2dyb3VuZCI6eyIkaWQiOiIzNDMiLCJDb2xvciI6eyIkaWQiOiIzNDQiLCJBIjowLCJSIjoyNTUsIkciOjI1NSwiQiI6MjU1fX0sIklzVmlzaWJsZSI6ZmFsc2UsIldpZHRoIjowLjAsIkhlaWdodCI6MC4wLCJCb3JkZXJTdHlsZSI6eyIkaWQiOiIzNDUiLCJMaW5lQ29sb3IiOm51bGwsIkxpbmVXZWlnaHQiOjAuMCwiTGluZVR5cGUiOjAsIlBhcmVudFN0eWxlIjpudWxsfSwiUGFyZW50U3R5bGUiOm51bGx9LCJEYXRlRm9ybWF0Ijp7IiRpZCI6IjM0NiIsIkZvcm1hdFN0cmluZyI6In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0NyIsIkZvcm1hdCI6MCwiSXNWaXNpYmxlIjpmYWxzZSwiTGFzdEtub3duVmlzaWJpbGl0eVN0YXRlIjpmYWxzZX0sIklzVmlzaWJsZSI6dHJ1ZSwiUGFyZW50U3R5bGUiOm51bGx9LCJJbmRleCI6MCwiU21hcnREdXJhdGlvbkFjdGl2YXRlZCI6ZmFsc2UsIkRhdGVGb3JtYXQiOnsiJHJlZiI6IjM0NiJ9LCJXZWVrTnVtYmVyaW5nIjp7IiRpZCI6IjM0OCIsIkZvcm1hdCI6MCwiSXNWaXNpYmxlIjpmYWxzZSwiTGFzdEtub3duVmlzaWJpbGl0eVN0YXRlIjpmYWxzZX0sIklkIjoiZmNiNTA0ZDAtYjMyNi00MGQzLWFlNmUtOWQwMTJmM2FiYmZiIiwiSW1wb3J0SWQiOm51bGwsIlRpdGxlIjoiSnVuaW9yIERlc2lnbmVyXHJDb250b3NvLCBMdGQuIiwiTm90ZSI6bnVsbCwiSHlwZXJsaW5rIjp7IiRpZCI6IjM0OSIsIkFkZHJlc3MiOm51bGwsIlN1YkFkZHJlc3MiOm51bGx9LCJJc0NoYW5nZWQiOmZhbHNlLCJJc05ldyI6ZmFsc2V9fV0sIl9taWxlc3RvbmVzIjpbXSwiSWQiOiIwMDAwMDAwMC0wMDAwLTAwMDAtMDAwMC0wMDAwMDAwMDAwMDAiLCJJc1NpbmdsZUl0ZW1Sb3ciOnRydWV9LHsiJGlkIjoiMzUwIiwiX3Rhc2tzIjpbeyIkaWQiOiIzNTEiLCJfYXR0YWNoZWRNaWxlc3RvbmVzIjpbXSwiVGFza0RlZmluaXRpb24iOnsiJGlkIjoiMzUyIiwiR3JvdXBOYW1lIjpudWxsLCJTdGFydERhdGUiOiIyMDEyLTA4LTAxVDAwOjAwOjAwWiIsIkVuZERhdGUiOiIyMDE1LTA5LTMwVDIzOjU5OjAwWiIsIlBlcmNlbnRhZ2VDb21wbGV0ZSI6bnVsbCwiU3R5bGUiOnsiJGlkIjoiMzUzIiwiU2hhcGUiOjIsIlNoYXBlVGhpY2tuZXNzIjozLCJEdXJhdGlvbkZvcm1hdCI6NSwiSW5jbHVkZU5vbldvcmtpbmdEYXlzSW5EdXJhdGlvbiI6ZmFsc2UsIlBlcmNlbnRhZ2VDb21wbGV0ZVN0eWxlIjp7IiRpZCI6IjM1NCIsIkZvbnRTZXR0aW5ncyI6eyIkaWQiOiIzNTUiLCJGb250U2l6ZSI6MTAsIkZvbnROYW1lIjoiQ2FsaWJyaSIsIklzQm9sZCI6ZmFsc2UsIklzSXRhbGljIjpmYWxzZSwiSXNVbmRlcmxpbmVkIjpmYWxzZSwiUGFyZW50U3R5bGUiOm51bGx9LCJBdXRvU2l6ZSI6MCwiRm9yZWdyb3VuZCI6eyIkaWQiOiIzNTYiLCJDb2xvciI6eyIkaWQiOiIzNTc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zU4IiwiVG9wIjowLjAsIkxlZnQiOjAuMCwiUmlnaHQiOjAuMCwiQm90dG9tIjowLjB9LCJQYWRkaW5nIjp7IiRpZCI6IjM1OSIsIlRvcCI6MC4wLCJMZWZ0IjowLjAsIlJpZ2h0IjowLjAsIkJvdHRvbSI6MC4wfSwiQmFja2dyb3VuZCI6eyIkaWQiOiIzNjAiLCJDb2xvciI6eyIkaWQiOiIzNjEiLCJBIjo4OSwiUiI6MCwiRyI6MCwiQiI6MH19LCJJc1Zpc2libGUiOnRydWUsIldpZHRoIjowLjAsIkhlaWdodCI6MC4wLCJCb3JkZXJTdHlsZSI6eyIkaWQiOiIzNjIiLCJMaW5lQ29sb3IiOm51bGwsIkxpbmVXZWlnaHQiOjAuMCwiTGluZVR5cGUiOjAsIlBhcmVudFN0eWxlIjpudWxsfSwiUGFyZW50U3R5bGUiOm51bGx9LCJEdXJhdGlvblN0eWxlIjp7IiRpZCI6IjM2MyIsIkZvbnRTZXR0aW5ncyI6eyIkaWQiOiIzNjQiLCJGb250U2l6ZSI6MTAsIkZvbnROYW1lIjoiQ2FsaWJyaSIsIklzQm9sZCI6ZmFsc2UsIklzSXRhbGljIjpmYWxzZSwiSXNVbmRlcmxpbmVkIjpmYWxzZSwiUGFyZW50U3R5bGUiOm51bGx9LCJBdXRvU2l6ZSI6MCwiRm9yZWdyb3VuZCI6eyIkaWQiOiIzNjUiLCJDb2xvciI6eyIkaWQiOiIzN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jciLCJUb3AiOjAuMCwiTGVmdCI6MC4wLCJSaWdodCI6MC4wLCJCb3R0b20iOjAuMH0sIlBhZGRpbmciOnsiJGlkIjoiMzY4IiwiVG9wIjowLjAsIkxlZnQiOjAuMCwiUmlnaHQiOjAuMCwiQm90dG9tIjowLjB9LCJCYWNrZ3JvdW5kIjp7IiRpZCI6IjM2OSIsIkNvbG9yIjp7IiRpZCI6IjM3MCIsIkEiOjg5LCJSIjowLCJHIjowLCJCIjowfX0sIklzVmlzaWJsZSI6dHJ1ZSwiV2lkdGgiOjAuMCwiSGVpZ2h0IjowLjAsIkJvcmRlclN0eWxlIjp7IiRpZCI6IjM3MSIsIkxpbmVDb2xvciI6bnVsbCwiTGluZVdlaWdodCI6MC4wLCJMaW5lVHlwZSI6MCwiUGFyZW50U3R5bGUiOm51bGx9LCJQYXJlbnRTdHlsZSI6bnVsbH0sIkhvcml6b250YWxDb25uZWN0b3JTdHlsZSI6eyIkaWQiOiIzNzIiLCJMaW5lQ29sb3IiOnsiJGlkIjoiMzczIiwiJHR5cGUiOiJOTFJFLkNvbW1vbi5Eb20uU29saWRDb2xvckJydXNoLCBOTFJFLkNvbW1vbiIsIkNvbG9yIjp7IiRpZCI6IjM3NCIsIkEiOjI1NSwiUiI6MjA0LCJHIjoyMDQsIkIiOjIwNH19LCJMaW5lV2VpZ2h0IjoxLjAsIkxpbmVUeXBlIjowLCJQYXJlbnRTdHlsZSI6bnVsbH0sIlZlcnRpY2FsQ29ubmVjdG9yU3R5bGUiOnsiJGlkIjoiMzc1IiwiTGluZUNvbG9yIjp7IiRpZCI6IjM3NiIsIiR0eXBlIjoiTkxSRS5Db21tb24uRG9tLlNvbGlkQ29sb3JCcnVzaCwgTkxSRS5Db21tb24iLCJDb2xvciI6eyIkaWQiOiIzNzciLCJBIjoyNTUsIlIiOjI0MywiRyI6MjM1LCJCIjoyMzV9fSwiTGluZVdlaWdodCI6MS4wLCJMaW5lVHlwZSI6MCwiUGFyZW50U3R5bGUiOm51bGx9LCJNYXJnaW4iOm51bGwsIlN0YXJ0RGF0ZVBvc2l0aW9uIjozLCJFbmREYXRlUG9zaXRpb24iOjMsIkRhdGVJc1Zpc2libGUiOnRydWUsIlRpdGxlUG9zaXRpb24iOjIsIkR1cmF0aW9uUG9zaXRpb24iOjYsIlBlcmNlbnRhZ2VDb21wbGV0ZWRQb3NpdGlvbiI6MiwiU3BhY2luZyI6MTAsIklzQmVsb3dUaW1lYmFuZCI6dHJ1ZSwiUGVyY2VudGFnZUNvbXBsZXRlU2hhcGVPcGFjaXR5IjozNSwiU2hhcGVTdHlsZSI6eyIkaWQiOiIzNzgiLCJNYXJnaW4iOnsiJGlkIjoiMzc5IiwiVG9wIjowLjAsIkxlZnQiOjQuMCwiUmlnaHQiOjQuMCwiQm90dG9tIjowLjB9LCJQYWRkaW5nIjp7IiRpZCI6IjM4MCIsIlRvcCI6MC4wLCJMZWZ0IjowLjAsIlJpZ2h0IjowLjAsIkJvdHRvbSI6MC4wfSwiQmFja2dyb3VuZCI6eyIkaWQiOiIzODEiLCJDb2xvciI6eyIkaWQiOiIzODIiLCJBIjoyNTUsIlIiOjE5MywiRyI6MzksIkIiOjQ1fX0sIklzVmlzaWJsZSI6dHJ1ZSwiV2lkdGgiOjE3Ny4wLCJIZWlnaHQiOjM2LjAsIkJvcmRlclN0eWxlIjp7IiRpZCI6IjM4MyIsIkxpbmVDb2xvciI6eyIkaWQiOiIzODQiLCIkdHlwZSI6Ik5MUkUuQ29tbW9uLkRvbS5Tb2xpZENvbG9yQnJ1c2gsIE5MUkUuQ29tbW9uIiwiQ29sb3IiOnsiJGlkIjoiMzg1IiwiQSI6MjU1LCJSIjoyNTUsIkciOjAsIkIiOjB9fSwiTGluZVdlaWdodCI6MC4wLCJMaW5lVHlwZSI6MCwiUGFyZW50U3R5bGUiOm51bGx9LCJQYXJlbnRTdHlsZSI6bnVsbH0sIlRpdGxlU3R5bGUiOnsiJGlkIjoiMzg2IiwiRm9udFNldHRpbmdzIjp7IiRpZCI6IjM4NyIsIkZvbnRTaXplIjoxMywiRm9udE5hbWUiOiJSb2Nrd2VsbCIsIklzQm9sZCI6ZmFsc2UsIklzSXRhbGljIjpmYWxzZSwiSXNVbmRlcmxpbmVkIjpmYWxzZSwiUGFyZW50U3R5bGUiOm51bGx9LCJBdXRvU2l6ZSI6MiwiRm9yZWdyb3VuZCI6eyIkaWQiOiIzODgiLCJDb2xvciI6eyIkaWQiOiIzODkiLCJBIjoyNTUsIlIiOjI1NSwiRyI6MjU1LCJCIjoyNTV9fSwiTWF4V2lkdGgiOjEyMi42NjgzNTc4NDkxMjEwOSwiTWF4SGVpZ2h0IjoiSW5maW5pdHkiLCJTbWFydEZvcmVncm91bmRJc0FjdGl2ZSI6ZmFsc2UsIkhvcml6b250YWxBbGlnbm1lbnQiOjEsIlZlcnRpY2FsQWxpZ25tZW50IjowLCJTbWFydEZvcmVncm91bmQiOm51bGwsIkJhY2tncm91bmRGaWxsVHlwZSI6MCwiTWFyZ2luIjp7IiRpZCI6IjM5MCIsIlRvcCI6MC4wLCJMZWZ0IjowLjAsIlJpZ2h0IjowLjAsIkJvdHRvbSI6MC4wfSwiUGFkZGluZyI6eyIkaWQiOiIzOTEiLCJUb3AiOjAuMCwiTGVmdCI6MC4wLCJSaWdodCI6MC4wLCJCb3R0b20iOjAuMH0sIkJhY2tncm91bmQiOnsiJGlkIjoiMzkyIiwiQ29sb3IiOnsiJGlkIjoiMzkzIiwiQSI6MCwiUiI6MjU1LCJHIjoyNTUsIkIiOjI1NX19LCJJc1Zpc2libGUiOnRydWUsIldpZHRoIjowLjAsIkhlaWdodCI6MC4wLCJCb3JkZXJTdHlsZSI6eyIkaWQiOiIzOTQiLCJMaW5lQ29sb3IiOm51bGwsIkxpbmVXZWlnaHQiOjAuMCwiTGluZVR5cGUiOjAsIlBhcmVudFN0eWxlIjpudWxsfSwiUGFyZW50U3R5bGUiOm51bGx9LCJEYXRlU3R5bGUiOnsiJGlkIjoiMzk1IiwiRm9udFNldHRpbmdzIjp7IiRpZCI6IjM5NiIsIkZvbnRTaXplIjoxMCwiRm9udE5hbWUiOiJWZXJkYW5hIiwiSXNCb2xkIjpmYWxzZSwiSXNJdGFsaWMiOmZhbHNlLCJJc1VuZGVybGluZWQiOmZhbHNlLCJQYXJlbnRTdHlsZSI6bnVsbH0sIkF1dG9TaXplIjowLCJGb3JlZ3JvdW5kIjp7IiRpZCI6IjM5NyIsIkNvbG9yIjp7IiRpZCI6IjM5OCIsIkEiOjI1NSwiUiI6MTI4LCJHIjoxMjgsIkIiOjEyOH19LCJNYXhXaWR0aCI6MjAwLjAsIk1heEhlaWdodCI6IkluZmluaXR5IiwiU21hcnRGb3JlZ3JvdW5kSXNBY3RpdmUiOmZhbHNlLCJIb3Jpem9udGFsQWxpZ25tZW50IjoyLCJWZXJ0aWNhbEFsaWdubWVudCI6MCwiU21hcnRGb3JlZ3JvdW5kIjpudWxsLCJCYWNrZ3JvdW5kRmlsbFR5cGUiOjAsIk1hcmdpbiI6eyIkaWQiOiIzOTkiLCJUb3AiOjAuMCwiTGVmdCI6MC4wLCJSaWdodCI6MC4wLCJCb3R0b20iOjAuMH0sIlBhZGRpbmciOnsiJGlkIjoiNDAwIiwiVG9wIjowLjAsIkxlZnQiOjAuMCwiUmlnaHQiOjAuMCwiQm90dG9tIjowLjB9LCJCYWNrZ3JvdW5kIjp7IiRpZCI6IjQwMSIsIkNvbG9yIjp7IiRpZCI6IjQwMiIsIkEiOjAsIlIiOjI1NSwiRyI6MjU1LCJCIjoyNTV9fSwiSXNWaXNpYmxlIjpmYWxzZSwiV2lkdGgiOjAuMCwiSGVpZ2h0IjowLjAsIkJvcmRlclN0eWxlIjp7IiRpZCI6IjQwMyIsIkxpbmVDb2xvciI6bnVsbCwiTGluZVdlaWdodCI6MC4wLCJMaW5lVHlwZSI6MCwiUGFyZW50U3R5bGUiOm51bGx9LCJQYXJlbnRTdHlsZSI6bnVsbH0sIkRhdGVGb3JtYXQiOnsiJGlkIjoiNDA0IiwiRm9ybWF0U3RyaW5nIjoi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A1IiwiRm9ybWF0IjowLCJJc1Zpc2libGUiOmZhbHNlLCJMYXN0S25vd25WaXNpYmlsaXR5U3RhdGUiOmZhbHNlfSwiSXNWaXNpYmxlIjp0cnVlLCJQYXJlbnRTdHlsZSI6bnVsbH0sIkluZGV4IjoxLCJTbWFydER1cmF0aW9uQWN0aXZhdGVkIjpmYWxzZSwiRGF0ZUZvcm1hdCI6eyIkcmVmIjoiNDA0In0sIldlZWtOdW1iZXJpbmciOnsiJGlkIjoiNDA2IiwiRm9ybWF0IjowLCJJc1Zpc2libGUiOmZhbHNlLCJMYXN0S25vd25WaXNpYmlsaXR5U3RhdGUiOmZhbHNlfSwiSWQiOiI4MTVlNDhlMC0xOTM4LTRhY2QtODJiMS0yNjMyNTVjZDA0NTkiLCJJbXBvcnRJZCI6bnVsbCwiVGl0bGUiOiJTZW5pb3IgRGVzaWduZXJccldvb2Rncm92ZSBCYW5rICIsIk5vdGUiOm51bGwsIkh5cGVybGluayI6eyIkaWQiOiI0MDciLCJBZGRyZXNzIjpudWxsLCJTdWJBZGRyZXNzIjpudWxsfSwiSXNDaGFuZ2VkIjpmYWxzZSwiSXNOZXciOmZhbHNlfX1dLCJfbWlsZXN0b25lcyI6W10sIklkIjoiMDAwMDAwMDAtMDAwMC0wMDAwLTAwMDAtMDAwMDAwMDAwMDAwIiwiSXNTaW5nbGVJdGVtUm93Ijp0cnVlfSx7IiRpZCI6IjQwOCIsIl90YXNrcyI6W3siJGlkIjoiNDA5IiwiX2F0dGFjaGVkTWlsZXN0b25lcyI6W10sIlRhc2tEZWZpbml0aW9uIjp7IiRpZCI6IjQxMCIsIkdyb3VwTmFtZSI6bnVsbCwiU3RhcnREYXRlIjoiMjAxNS0xMC0wMVQwMDowMDowMFoiLCJFbmREYXRlIjoiMjAxOS0xMi0zMVQyMzo1OTowMFoiLCJQZXJjZW50YWdlQ29tcGxldGUiOm51bGwsIlN0eWxlIjp7IiRpZCI6IjQxMSIsIlNoYXBlIjoyLCJTaGFwZVRoaWNrbmVzcyI6MywiRHVyYXRpb25Gb3JtYXQiOjUsIkluY2x1ZGVOb25Xb3JraW5nRGF5c0luRHVyYXRpb24iOmZhbHNlLCJQZXJjZW50YWdlQ29tcGxldGVTdHlsZSI6eyIkaWQiOiI0MTIiLCJGb250U2V0dGluZ3MiOnsiJGlkIjoiNDEzIiwiRm9udFNpemUiOjEwLCJGb250TmFtZSI6IkNhbGlicmkiLCJJc0JvbGQiOmZhbHNlLCJJc0l0YWxpYyI6ZmFsc2UsIklzVW5kZXJsaW5lZCI6ZmFsc2UsIlBhcmVudFN0eWxlIjpudWxsfSwiQXV0b1NpemUiOjAsIkZvcmVncm91bmQiOnsiJGlkIjoiNDE0IiwiQ29sb3IiOnsiJGlkIjoiNDE1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QxNiIsIlRvcCI6MC4wLCJMZWZ0IjowLjAsIlJpZ2h0IjowLjAsIkJvdHRvbSI6MC4wfSwiUGFkZGluZyI6eyIkaWQiOiI0MTciLCJUb3AiOjAuMCwiTGVmdCI6MC4wLCJSaWdodCI6MC4wLCJCb3R0b20iOjAuMH0sIkJhY2tncm91bmQiOnsiJGlkIjoiNDE4IiwiQ29sb3IiOnsiJGlkIjoiNDE5IiwiQSI6ODksIlIiOjAsIkciOjAsIkIiOjB9fSwiSXNWaXNpYmxlIjp0cnVlLCJXaWR0aCI6MC4wLCJIZWlnaHQiOjAuMCwiQm9yZGVyU3R5bGUiOnsiJGlkIjoiNDIwIiwiTGluZUNvbG9yIjpudWxsLCJMaW5lV2VpZ2h0IjowLjAsIkxpbmVUeXBlIjowLCJQYXJlbnRTdHlsZSI6bnVsbH0sIlBhcmVudFN0eWxlIjpudWxsfSwiRHVyYXRpb25TdHlsZSI6eyIkaWQiOiI0MjEiLCJGb250U2V0dGluZ3MiOnsiJGlkIjoiNDIyIiwiRm9udFNpemUiOjEwLCJGb250TmFtZSI6IkNhbGlicmkiLCJJc0JvbGQiOmZhbHNlLCJJc0l0YWxpYyI6ZmFsc2UsIklzVW5kZXJsaW5lZCI6ZmFsc2UsIlBhcmVudFN0eWxlIjpudWxsfSwiQXV0b1NpemUiOjAsIkZvcmVncm91bmQiOnsiJGlkIjoiNDIzIiwiQ29sb3IiOnsiJGlkIjoiNDI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I1IiwiVG9wIjowLjAsIkxlZnQiOjAuMCwiUmlnaHQiOjAuMCwiQm90dG9tIjowLjB9LCJQYWRkaW5nIjp7IiRpZCI6IjQyNiIsIlRvcCI6MC4wLCJMZWZ0IjowLjAsIlJpZ2h0IjowLjAsIkJvdHRvbSI6MC4wfSwiQmFja2dyb3VuZCI6eyIkaWQiOiI0MjciLCJDb2xvciI6eyIkaWQiOiI0MjgiLCJBIjo4OSwiUiI6MCwiRyI6MCwiQiI6MH19LCJJc1Zpc2libGUiOnRydWUsIldpZHRoIjowLjAsIkhlaWdodCI6MC4wLCJCb3JkZXJTdHlsZSI6eyIkaWQiOiI0MjkiLCJMaW5lQ29sb3IiOm51bGwsIkxpbmVXZWlnaHQiOjAuMCwiTGluZVR5cGUiOjAsIlBhcmVudFN0eWxlIjpudWxsfSwiUGFyZW50U3R5bGUiOm51bGx9LCJIb3Jpem9udGFsQ29ubmVjdG9yU3R5bGUiOnsiJGlkIjoiNDMwIiwiTGluZUNvbG9yIjp7IiRpZCI6IjQzMSIsIiR0eXBlIjoiTkxSRS5Db21tb24uRG9tLlNvbGlkQ29sb3JCcnVzaCwgTkxSRS5Db21tb24iLCJDb2xvciI6eyIkaWQiOiI0MzIiLCJBIjoyNTUsIlIiOjIwNCwiRyI6MjA0LCJCIjoyMDR9fSwiTGluZVdlaWdodCI6MS4wLCJMaW5lVHlwZSI6MCwiUGFyZW50U3R5bGUiOm51bGx9LCJWZXJ0aWNhbENvbm5lY3RvclN0eWxlIjp7IiRpZCI6IjQzMyIsIkxpbmVDb2xvciI6eyIkaWQiOiI0MzQiLCIkdHlwZSI6Ik5MUkUuQ29tbW9uLkRvbS5Tb2xpZENvbG9yQnJ1c2gsIE5MUkUuQ29tbW9uIiwiQ29sb3IiOnsiJGlkIjoiNDM1IiwiQSI6MjU1LCJSIjoyNDMsIkciOjIzNSwiQiI6MjM1fX0sIkxpbmVXZWlnaHQiOjEuMCwiTGluZVR5cGUiOjAsIlBhcmVudFN0eWxlIjpudWxsfSwiTWFyZ2luIjpudWxsLCJTdGFydERhdGVQb3NpdGlvbiI6MywiRW5kRGF0ZVBvc2l0aW9uIjozLCJEYXRlSXNWaXNpYmxlIjp0cnVlLCJUaXRsZVBvc2l0aW9uIjoyLCJEdXJhdGlvblBvc2l0aW9uIjo2LCJQZXJjZW50YWdlQ29tcGxldGVkUG9zaXRpb24iOjIsIlNwYWNpbmciOjEwLCJJc0JlbG93VGltZWJhbmQiOnRydWUsIlBlcmNlbnRhZ2VDb21wbGV0ZVNoYXBlT3BhY2l0eSI6MzUsIlNoYXBlU3R5bGUiOnsiJGlkIjoiNDM2IiwiTWFyZ2luIjp7IiRpZCI6IjQzNyIsIlRvcCI6MC4wLCJMZWZ0Ijo0LjAsIlJpZ2h0Ijo0LjAsIkJvdHRvbSI6MC4wfSwiUGFkZGluZyI6eyIkaWQiOiI0MzgiLCJUb3AiOjAuMCwiTGVmdCI6MC4wLCJSaWdodCI6MC4wLCJCb3R0b20iOjAuMH0sIkJhY2tncm91bmQiOnsiJGlkIjoiNDM5IiwiQ29sb3IiOnsiJGlkIjoiNDQwIiwiQSI6MjU1LCJSIjoxOTMsIkciOjM5LCJCIjo0NX19LCJJc1Zpc2libGUiOnRydWUsIldpZHRoIjoyMzguMCwiSGVpZ2h0IjozNi4wLCJCb3JkZXJTdHlsZSI6eyIkaWQiOiI0NDEiLCJMaW5lQ29sb3IiOnsiJGlkIjoiNDQyIiwiJHR5cGUiOiJOTFJFLkNvbW1vbi5Eb20uU29saWRDb2xvckJydXNoLCBOTFJFLkNvbW1vbiIsIkNvbG9yIjp7IiRpZCI6IjQ0MyIsIkEiOjI1NSwiUiI6MjU1LCJHIjowLCJCIjowfX0sIkxpbmVXZWlnaHQiOjAuMCwiTGluZVR5cGUiOjAsIlBhcmVudFN0eWxlIjpudWxsfSwiUGFyZW50U3R5bGUiOm51bGx9LCJUaXRsZVN0eWxlIjp7IiRpZCI6IjQ0NCIsIkZvbnRTZXR0aW5ncyI6eyIkaWQiOiI0NDUiLCJGb250U2l6ZSI6MTMsIkZvbnROYW1lIjoiUm9ja3dlbGwiLCJJc0JvbGQiOmZhbHNlLCJJc0l0YWxpYyI6ZmFsc2UsIklzVW5kZXJsaW5lZCI6ZmFsc2UsIlBhcmVudFN0eWxlIjpudWxsfSwiQXV0b1NpemUiOjIsIkZvcmVncm91bmQiOnsiJGlkIjoiNDQ2IiwiQ29sb3IiOnsiJGlkIjoiNDQ3IiwiQSI6MjU1LCJSIjoyNTUsIkciOjI1NSwiQiI6MjU1fX0sIk1heFdpZHRoIjoxMzAuMCwiTWF4SGVpZ2h0IjoiSW5maW5pdHkiLCJTbWFydEZvcmVncm91bmRJc0FjdGl2ZSI6ZmFsc2UsIkhvcml6b250YWxBbGlnbm1lbnQiOjEsIlZlcnRpY2FsQWxpZ25tZW50IjowLCJTbWFydEZvcmVncm91bmQiOm51bGwsIkJhY2tncm91bmRGaWxsVHlwZSI6MCwiTWFyZ2luIjp7IiRpZCI6IjQ0OCIsIlRvcCI6MC4wLCJMZWZ0IjowLjAsIlJpZ2h0IjowLjAsIkJvdHRvbSI6MC4wfSwiUGFkZGluZyI6eyIkaWQiOiI0NDkiLCJUb3AiOjAuMCwiTGVmdCI6MC4wLCJSaWdodCI6MC4wLCJCb3R0b20iOjAuMH0sIkJhY2tncm91bmQiOnsiJGlkIjoiNDUwIiwiQ29sb3IiOnsiJGlkIjoiNDUxIiwiQSI6MCwiUiI6MjU1LCJHIjoyNTUsIkIiOjI1NX19LCJJc1Zpc2libGUiOnRydWUsIldpZHRoIjowLjAsIkhlaWdodCI6MC4wLCJCb3JkZXJTdHlsZSI6eyIkaWQiOiI0NTIiLCJMaW5lQ29sb3IiOm51bGwsIkxpbmVXZWlnaHQiOjAuMCwiTGluZVR5cGUiOjAsIlBhcmVudFN0eWxlIjpudWxsfSwiUGFyZW50U3R5bGUiOm51bGx9LCJEYXRlU3R5bGUiOnsiJGlkIjoiNDUzIiwiRm9udFNldHRpbmdzIjp7IiRpZCI6IjQ1NCIsIkZvbnRTaXplIjoxMCwiRm9udE5hbWUiOiJWZXJkYW5hIiwiSXNCb2xkIjpmYWxzZSwiSXNJdGFsaWMiOmZhbHNlLCJJc1VuZGVybGluZWQiOmZhbHNlLCJQYXJlbnRTdHlsZSI6bnVsbH0sIkF1dG9TaXplIjowLCJGb3JlZ3JvdW5kIjp7IiRpZCI6IjQ1NSIsIkNvbG9yIjp7IiRpZCI6IjQ1NiIsIkEiOjI1NSwiUiI6MTI4LCJHIjoxMjgsIkIiOjEyOH19LCJNYXhXaWR0aCI6MjAwLjAsIk1heEhlaWdodCI6IkluZmluaXR5IiwiU21hcnRGb3JlZ3JvdW5kSXNBY3RpdmUiOmZhbHNlLCJIb3Jpem9udGFsQWxpZ25tZW50IjoyLCJWZXJ0aWNhbEFsaWdubWVudCI6MCwiU21hcnRGb3JlZ3JvdW5kIjpudWxsLCJCYWNrZ3JvdW5kRmlsbFR5cGUiOjAsIk1hcmdpbiI6eyIkaWQiOiI0NTciLCJUb3AiOjAuMCwiTGVmdCI6MC4wLCJSaWdodCI6MC4wLCJCb3R0b20iOjAuMH0sIlBhZGRpbmciOnsiJGlkIjoiNDU4IiwiVG9wIjowLjAsIkxlZnQiOjAuMCwiUmlnaHQiOjAuMCwiQm90dG9tIjowLjB9LCJCYWNrZ3JvdW5kIjp7IiRpZCI6IjQ1OSIsIkNvbG9yIjp7IiRpZCI6IjQ2MCIsIkEiOjAsIlIiOjI1NSwiRyI6MjU1LCJCIjoyNTV9fSwiSXNWaXNpYmxlIjpmYWxzZSwiV2lkdGgiOjAuMCwiSGVpZ2h0IjowLjAsIkJvcmRlclN0eWxlIjp7IiRpZCI6IjQ2MSIsIkxpbmVDb2xvciI6bnVsbCwiTGluZVdlaWdodCI6MC4wLCJMaW5lVHlwZSI6MCwiUGFyZW50U3R5bGUiOm51bGx9LCJQYXJlbnRTdHlsZSI6bnVsbH0sIkRhdGVGb3JtYXQiOnsiJGlkIjoiNDYyIiwiRm9ybWF0U3RyaW5nIjoi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YzIiwiRm9ybWF0IjowLCJJc1Zpc2libGUiOmZhbHNlLCJMYXN0S25vd25WaXNpYmlsaXR5U3RhdGUiOmZhbHNlfSwiSXNWaXNpYmxlIjp0cnVlLCJQYXJlbnRTdHlsZSI6bnVsbH0sIkluZGV4IjoyLCJTbWFydER1cmF0aW9uQWN0aXZhdGVkIjpmYWxzZSwiRGF0ZUZvcm1hdCI6eyIkcmVmIjoiNDYyIn0sIldlZWtOdW1iZXJpbmciOnsiJGlkIjoiNDY0IiwiRm9ybWF0IjowLCJJc1Zpc2libGUiOmZhbHNlLCJMYXN0S25vd25WaXNpYmlsaXR5U3RhdGUiOmZhbHNlfSwiSWQiOiI1ZGE2Y2IwYi0xZDRhLTQ1N2QtYmY2Ni00MDJmYTBiZGJiOWQiLCJJbXBvcnRJZCI6bnVsbCwiVGl0bGUiOiJTZW5pb3IgRGV2ZWxvcGVyXHJWYW5BcnNkZWwsIEx0ZC4iLCJOb3RlIjpudWxsLCJIeXBlcmxpbmsiOnsiJGlkIjoiNDY1IiwiQWRkcmVzcyI6bnVsbCwiU3ViQWRkcmVzcyI6bnVsbH0sIklzQ2hhbmdlZCI6ZmFsc2UsIklzTmV3IjpmYWxzZX19XSwiX21pbGVzdG9uZXMiOltdLCJJZCI6IjAwMDAwMDAwLTAwMDAtMDAwMC0wMDAwLTAwMDAwMDAwMDAwMCIsIklzU2luZ2xlSXRlbVJvdyI6dHJ1ZX0seyIkaWQiOiI0NjYiLCJfdGFza3MiOlt7IiRpZCI6IjQ2NyIsIl9hdHRhY2hlZE1pbGVzdG9uZXMiOltdLCJUYXNrRGVmaW5pdGlvbiI6eyIkaWQiOiI0NjgiLCJHcm91cE5hbWUiOm51bGwsIlN0YXJ0RGF0ZSI6IjIwMTctMTAtMDFUMDA6MDA6MDBaIiwiRW5kRGF0ZSI6IjIwMTktMTItMzFUMjM6NTk6MDBaIiwiUGVyY2VudGFnZUNvbXBsZXRlIjpudWxsLCJTdHlsZSI6eyIkaWQiOiI0NjkiLCJTaGFwZSI6MiwiU2hhcGVUaGlja25lc3MiOjMsIkR1cmF0aW9uRm9ybWF0Ijo1LCJJbmNsdWRlTm9uV29ya2luZ0RheXNJbkR1cmF0aW9uIjpmYWxzZSwiUGVyY2VudGFnZUNvbXBsZXRlU3R5bGUiOnsiJGlkIjoiNDcwIiwiRm9udFNldHRpbmdzIjp7IiRpZCI6IjQ3MSIsIkZvbnRTaXplIjoxMCwiRm9udE5hbWUiOiJDYWxpYnJpIiwiSXNCb2xkIjpmYWxzZSwiSXNJdGFsaWMiOmZhbHNlLCJJc1VuZGVybGluZWQiOmZhbHNlLCJQYXJlbnRTdHlsZSI6bnVsbH0sIkF1dG9TaXplIjowLCJGb3JlZ3JvdW5kIjp7IiRpZCI6IjQ3MiIsIkNvbG9yIjp7IiRpZCI6IjQ3My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0NzQiLCJUb3AiOjAuMCwiTGVmdCI6MC4wLCJSaWdodCI6MC4wLCJCb3R0b20iOjAuMH0sIlBhZGRpbmciOnsiJGlkIjoiNDc1IiwiVG9wIjowLjAsIkxlZnQiOjAuMCwiUmlnaHQiOjAuMCwiQm90dG9tIjowLjB9LCJCYWNrZ3JvdW5kIjp7IiRpZCI6IjQ3NiIsIkNvbG9yIjp7IiRpZCI6IjQ3NyIsIkEiOjg5LCJSIjowLCJHIjowLCJCIjowfX0sIklzVmlzaWJsZSI6dHJ1ZSwiV2lkdGgiOjAuMCwiSGVpZ2h0IjowLjAsIkJvcmRlclN0eWxlIjp7IiRpZCI6IjQ3OCIsIkxpbmVDb2xvciI6bnVsbCwiTGluZVdlaWdodCI6MC4wLCJMaW5lVHlwZSI6MCwiUGFyZW50U3R5bGUiOm51bGx9LCJQYXJlbnRTdHlsZSI6bnVsbH0sIkR1cmF0aW9uU3R5bGUiOnsiJGlkIjoiNDc5IiwiRm9udFNldHRpbmdzIjp7IiRpZCI6IjQ4MCIsIkZvbnRTaXplIjoxMCwiRm9udE5hbWUiOiJDYWxpYnJpIiwiSXNCb2xkIjpmYWxzZSwiSXNJdGFsaWMiOmZhbHNlLCJJc1VuZGVybGluZWQiOmZhbHNlLCJQYXJlbnRTdHlsZSI6bnVsbH0sIkF1dG9TaXplIjowLCJGb3JlZ3JvdW5kIjp7IiRpZCI6IjQ4MSIsIkNvbG9yIjp7IiRpZCI6IjQ4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4MyIsIlRvcCI6MC4wLCJMZWZ0IjowLjAsIlJpZ2h0IjowLjAsIkJvdHRvbSI6MC4wfSwiUGFkZGluZyI6eyIkaWQiOiI0ODQiLCJUb3AiOjAuMCwiTGVmdCI6MC4wLCJSaWdodCI6MC4wLCJCb3R0b20iOjAuMH0sIkJhY2tncm91bmQiOnsiJGlkIjoiNDg1IiwiQ29sb3IiOnsiJGlkIjoiNDg2IiwiQSI6ODksIlIiOjAsIkciOjAsIkIiOjB9fSwiSXNWaXNpYmxlIjp0cnVlLCJXaWR0aCI6MC4wLCJIZWlnaHQiOjAuMCwiQm9yZGVyU3R5bGUiOnsiJGlkIjoiNDg3IiwiTGluZUNvbG9yIjpudWxsLCJMaW5lV2VpZ2h0IjowLjAsIkxpbmVUeXBlIjowLCJQYXJlbnRTdHlsZSI6bnVsbH0sIlBhcmVudFN0eWxlIjpudWxsfSwiSG9yaXpvbnRhbENvbm5lY3RvclN0eWxlIjp7IiRpZCI6IjQ4OCIsIkxpbmVDb2xvciI6eyIkaWQiOiI0ODkiLCIkdHlwZSI6Ik5MUkUuQ29tbW9uLkRvbS5Tb2xpZENvbG9yQnJ1c2gsIE5MUkUuQ29tbW9uIiwiQ29sb3IiOnsiJGlkIjoiNDkwIiwiQSI6MjU1LCJSIjoyMDQsIkciOjIwNCwiQiI6MjA0fX0sIkxpbmVXZWlnaHQiOjEuMCwiTGluZVR5cGUiOjAsIlBhcmVudFN0eWxlIjpudWxsfSwiVmVydGljYWxDb25uZWN0b3JTdHlsZSI6eyIkaWQiOiI0OTEiLCJMaW5lQ29sb3IiOnsiJGlkIjoiNDkyIiwiJHR5cGUiOiJOTFJFLkNvbW1vbi5Eb20uU29saWRDb2xvckJydXNoLCBOTFJFLkNvbW1vbiIsIkNvbG9yIjp7IiRpZCI6IjQ5MyIsIkEiOjI1NSwiUiI6MjQzLCJHIjoyMzUsIkIiOjIzNX19LCJMaW5lV2VpZ2h0IjoxLjAsIkxpbmVUeXBlIjowLCJQYXJlbnRTdHlsZSI6bnVsbH0sIk1hcmdpbiI6bnVsbCwiU3RhcnREYXRlUG9zaXRpb24iOjMsIkVuZERhdGVQb3NpdGlvbiI6MywiRGF0ZUlzVmlzaWJsZSI6dHJ1ZSwiVGl0bGVQb3NpdGlvbiI6MiwiRHVyYXRpb25Qb3NpdGlvbiI6NiwiUGVyY2VudGFnZUNvbXBsZXRlZFBvc2l0aW9uIjoyLCJTcGFjaW5nIjoxMCwiSXNCZWxvd1RpbWViYW5kIjp0cnVlLCJQZXJjZW50YWdlQ29tcGxldGVTaGFwZU9wYWNpdHkiOjM1LCJTaGFwZVN0eWxlIjp7IiRpZCI6IjQ5NCIsIk1hcmdpbiI6eyIkaWQiOiI0OTUiLCJUb3AiOjAuMCwiTGVmdCI6NC4wLCJSaWdodCI6NC4wLCJCb3R0b20iOjAuMH0sIlBhZGRpbmciOnsiJGlkIjoiNDk2IiwiVG9wIjowLjAsIkxlZnQiOjAuMCwiUmlnaHQiOjAuMCwiQm90dG9tIjowLjB9LCJCYWNrZ3JvdW5kIjp7IiRpZCI6IjQ5NyIsIkNvbG9yIjp7IiRpZCI6IjQ5OCIsIkEiOjI1NSwiUiI6MTkzLCJHIjozOSwiQiI6NDV9fSwiSXNWaXNpYmxlIjp0cnVlLCJXaWR0aCI6MTI2LjAsIkhlaWdodCI6MzYuMCwiQm9yZGVyU3R5bGUiOnsiJGlkIjoiNDk5IiwiTGluZUNvbG9yIjp7IiRpZCI6IjUwMCIsIiR0eXBlIjoiTkxSRS5Db21tb24uRG9tLlNvbGlkQ29sb3JCcnVzaCwgTkxSRS5Db21tb24iLCJDb2xvciI6eyIkaWQiOiI1MDEiLCJBIjoyNTUsIlIiOjI1NSwiRyI6MCwiQiI6MH19LCJMaW5lV2VpZ2h0IjowLjAsIkxpbmVUeXBlIjowLCJQYXJlbnRTdHlsZSI6bnVsbH0sIlBhcmVudFN0eWxlIjpudWxsfSwiVGl0bGVTdHlsZSI6eyIkaWQiOiI1MDIiLCJGb250U2V0dGluZ3MiOnsiJGlkIjoiNTAzIiwiRm9udFNpemUiOjEzLCJGb250TmFtZSI6IlJvY2t3ZWxsIiwiSXNCb2xkIjpmYWxzZSwiSXNJdGFsaWMiOmZhbHNlLCJJc1VuZGVybGluZWQiOmZhbHNlLCJQYXJlbnRTdHlsZSI6bnVsbH0sIkF1dG9TaXplIjoyLCJGb3JlZ3JvdW5kIjp7IiRpZCI6IjUwNCIsIkNvbG9yIjp7IiRpZCI6IjUwNSIsIkEiOjI1NSwiUiI6MjU1LCJHIjoyNTUsIkIiOjI1NX19LCJNYXhXaWR0aCI6MTI1LjI3MjcyNzI3MjcyNzI3LCJNYXhIZWlnaHQiOiJJbmZpbml0eSIsIlNtYXJ0Rm9yZWdyb3VuZElzQWN0aXZlIjpmYWxzZSwiSG9yaXpvbnRhbEFsaWdubWVudCI6MSwiVmVydGljYWxBbGlnbm1lbnQiOjAsIlNtYXJ0Rm9yZWdyb3VuZCI6bnVsbCwiQmFja2dyb3VuZEZpbGxUeXBlIjowLCJNYXJnaW4iOnsiJGlkIjoiNTA2IiwiVG9wIjowLjAsIkxlZnQiOjAuMCwiUmlnaHQiOjAuMCwiQm90dG9tIjowLjB9LCJQYWRkaW5nIjp7IiRpZCI6IjUwNyIsIlRvcCI6MC4wLCJMZWZ0IjowLjAsIlJpZ2h0IjowLjAsIkJvdHRvbSI6MC4wfSwiQmFja2dyb3VuZCI6eyIkaWQiOiI1MDgiLCJDb2xvciI6eyIkaWQiOiI1MDkiLCJBIjowLCJSIjoyNTUsIkciOjI1NSwiQiI6MjU1fX0sIklzVmlzaWJsZSI6dHJ1ZSwiV2lkdGgiOjAuMCwiSGVpZ2h0IjowLjAsIkJvcmRlclN0eWxlIjp7IiRpZCI6IjUxMCIsIkxpbmVDb2xvciI6bnVsbCwiTGluZVdlaWdodCI6MC4wLCJMaW5lVHlwZSI6MCwiUGFyZW50U3R5bGUiOm51bGx9LCJQYXJlbnRTdHlsZSI6bnVsbH0sIkRhdGVTdHlsZSI6eyIkaWQiOiI1MTEiLCJGb250U2V0dGluZ3MiOnsiJGlkIjoiNTEyIiwiRm9udFNpemUiOjEwLCJGb250TmFtZSI6IlZlcmRhbmEiLCJJc0JvbGQiOmZhbHNlLCJJc0l0YWxpYyI6ZmFsc2UsIklzVW5kZXJsaW5lZCI6ZmFsc2UsIlBhcmVudFN0eWxlIjpudWxsfSwiQXV0b1NpemUiOjAsIkZvcmVncm91bmQiOnsiJGlkIjoiNTEzIiwiQ29sb3IiOnsiJGlkIjoiNTE0IiwiQSI6MjU1LCJSIjoxMjgsIkciOjEyOCwiQiI6MTI4fX0sIk1heFdpZHRoIjoyMDAuMCwiTWF4SGVpZ2h0IjoiSW5maW5pdHkiLCJTbWFydEZvcmVncm91bmRJc0FjdGl2ZSI6ZmFsc2UsIkhvcml6b250YWxBbGlnbm1lbnQiOjIsIlZlcnRpY2FsQWxpZ25tZW50IjowLCJTbWFydEZvcmVncm91bmQiOm51bGwsIkJhY2tncm91bmRGaWxsVHlwZSI6MCwiTWFyZ2luIjp7IiRpZCI6IjUxNSIsIlRvcCI6MC4wLCJMZWZ0IjowLjAsIlJpZ2h0IjowLjAsIkJvdHRvbSI6MC4wfSwiUGFkZGluZyI6eyIkaWQiOiI1MTYiLCJUb3AiOjAuMCwiTGVmdCI6MC4wLCJSaWdodCI6MC4wLCJCb3R0b20iOjAuMH0sIkJhY2tncm91bmQiOnsiJGlkIjoiNTE3IiwiQ29sb3IiOnsiJGlkIjoiNTE4IiwiQSI6MCwiUiI6MjU1LCJHIjoyNTUsIkIiOjI1NX19LCJJc1Zpc2libGUiOmZhbHNlLCJXaWR0aCI6MC4wLCJIZWlnaHQiOjAuMCwiQm9yZGVyU3R5bGUiOnsiJGlkIjoiNTE5IiwiTGluZUNvbG9yIjpudWxsLCJMaW5lV2VpZ2h0IjowLjAsIkxpbmVUeXBlIjowLCJQYXJlbnRTdHlsZSI6bnVsbH0sIlBhcmVudFN0eWxlIjpudWxsfSwiRGF0ZUZvcm1hdCI6eyIkaWQiOiI1MjAiLCJGb3JtYXRTdHJpbmciOiJ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EiLCJGb3JtYXQiOjAsIklzVmlzaWJsZSI6ZmFsc2UsIkxhc3RLbm93blZpc2liaWxpdHlTdGF0ZSI6ZmFsc2V9LCJJc1Zpc2libGUiOnRydWUsIlBhcmVudFN0eWxlIjpudWxsfSwiSW5kZXgiOjMsIlNtYXJ0RHVyYXRpb25BY3RpdmF0ZWQiOmZhbHNlLCJEYXRlRm9ybWF0Ijp7IiRyZWYiOiI1MjAifSwiV2Vla051bWJlcmluZyI6eyIkaWQiOiI1MjIiLCJGb3JtYXQiOjAsIklzVmlzaWJsZSI6ZmFsc2UsIkxhc3RLbm93blZpc2liaWxpdHlTdGF0ZSI6ZmFsc2V9LCJJZCI6Ijc2YWNkNWU4LTA5N2YtNDMxNy05Mjk5LTllNTExYjM0MDg3YSIsIkltcG9ydElkIjpudWxsLCJUaXRsZSI6IlVYIERlc2lnbmVyXHJSZWxlY2xvdWQiLCJOb3RlIjpudWxsLCJIeXBlcmxpbmsiOnsiJGlkIjoiNTIzIiwiQWRkcmVzcyI6bnVsbCwiU3ViQWRkcmVzcyI6bnVsbH0sIklzQ2hhbmdlZCI6ZmFsc2UsIklzTmV3IjpmYWxzZX19XSwiX21pbGVzdG9uZXMiOltdLCJJZCI6IjAwMDAwMDAwLTAwMDAtMDAwMC0wMDAwLTAwMDAwMDAwMDAwMCIsIklzU2luZ2xlSXRlbVJvdyI6dHJ1ZX1dLCJJbmRleCI6MCwiSWQiOiI4ZDE3OWYyYi03ZmVmLTQ1NmMtODZkNS05NjVkMDg3ZjY5NDciLCJIZWFkZXJUZXh0IjpudWxsLCJJc0RlZmF1bHQiOnRydWUsIlN0eWxlIjp7IiRpZCI6IjUyNCIsIkhlYWRlclN0eWxlIjp7IiRpZCI6IjUyNSIsIlRleHRTdHlsZSI6eyIkaWQiOiI1MjYiLCJGb250U2V0dGluZ3MiOnsiJGlkIjoiNTI3IiwiRm9udFNpemUiOjExLCJGb250TmFtZSI6IkNhbGlicmkiLCJJc0JvbGQiOmZhbHNlLCJJc0l0YWxpYyI6ZmFsc2UsIklzVW5kZXJsaW5lZCI6ZmFsc2UsIlBhcmVudFN0eWxlIjpudWxsfSwiQXV0b1NpemUiOjIsIkZvcmVncm91bmQiOnsiJGlkIjoiNTI4IiwiQ29sb3IiOnsiJGlkIjoiNTI5IiwiQSI6MjU1LCJSIjowLCJHIjowLCJCIjowfX0sIk1heFdpZHRoIjowLjAsIk1heEhlaWdodCI6MC4wLCJTbWFydEZvcmVncm91bmRJc0FjdGl2ZSI6ZmFsc2UsIkhvcml6b250YWxBbGlnbm1lbnQiOjAsIlZlcnRpY2FsQWxpZ25tZW50IjowLCJTbWFydEZvcmVncm91bmQiOm51bGwsIkJhY2tncm91bmRGaWxsVHlwZSI6MCwiTWFyZ2luIjp7IiRpZCI6IjUzMCIsIlRvcCI6MC4wLCJMZWZ0IjowLjAsIlJpZ2h0IjowLjAsIkJvdHRvbSI6MC4wfSwiUGFkZGluZyI6eyIkaWQiOiI1MzEiLCJUb3AiOjAuMCwiTGVmdCI6MC4wLCJSaWdodCI6MC4wLCJCb3R0b20iOjAuMH0sIkJhY2tncm91bmQiOm51bGwsIklzVmlzaWJsZSI6dHJ1ZSwiV2lkdGgiOjAuMCwiSGVpZ2h0IjowLjAsIkJvcmRlclN0eWxlIjpudWxsLCJQYXJlbnRTdHlsZSI6bnVsbH0sIlJlY3RhbmdsZVN0eWxlIjp7IiRpZCI6IjUzMiIsIk1hcmdpbiI6eyIkaWQiOiI1MzMiLCJUb3AiOjAuMCwiTGVmdCI6MC4wLCJSaWdodCI6MC4wLCJCb3R0b20iOjAuMH0sIlBhZGRpbmciOnsiJGlkIjoiNTM0IiwiVG9wIjowLjAsIkxlZnQiOjAuMCwiUmlnaHQiOjAuMCwiQm90dG9tIjowLjB9LCJCYWNrZ3JvdW5kIjp7IiRpZCI6IjUzNSIsIkNvbG9yIjp7IiRpZCI6IjUzNiIsIkEiOjYzLCJSIjo2OCwiRyI6MTE0LCJCIjoxOTZ9fSwiSXNWaXNpYmxlIjp0cnVlLCJXaWR0aCI6MC4wLCJIZWlnaHQiOjAuMCwiQm9yZGVyU3R5bGUiOnsiJGlkIjoiNTM3IiwiTGluZUNvbG9yIjp7IiRpZCI6IjUzOCIsIiR0eXBlIjoiTkxSRS5Db21tb24uRG9tLlNvbGlkQ29sb3JCcnVzaCwgTkxSRS5Db21tb24iLCJDb2xvciI6eyIkaWQiOiI1MzkiLCJBIjoyNTUsIlIiOjI1NSwiRyI6MCwiQiI6MH19LCJMaW5lV2VpZ2h0IjowLjAsIkxpbmVUeXBlIjowLCJQYXJlbnRTdHlsZSI6bnVsbH0sIlBhcmVudFN0eWxlIjpudWxsfSwiTWFyZ2luIjp7IiRpZCI6IjU0MCIsIlRvcCI6MC4wLCJMZWZ0IjowLjAsIlJpZ2h0IjowLjAsIkJvdHRvbSI6MC4wfSwiUGFkZGluZyI6eyIkaWQiOiI1NDEiLCJUb3AiOjAuMCwiTGVmdCI6MC4wLCJSaWdodCI6MC4wLCJCb3R0b20iOjAuMH0sIkJhY2tncm91bmQiOm51bGwsIklzVmlzaWJsZSI6dHJ1ZSwiV2lkdGgiOjAuMCwiSGVpZ2h0IjowLjAsIkJvcmRlclN0eWxlIjpudWxsLCJQYXJlbnRTdHlsZSI6bnVsbH0sIkJhY2tncm91bmRTdHlsZSI6eyIkaWQiOiI1NDIiLCJNYXJnaW4iOnsiJGlkIjoiNTQzIiwiVG9wIjowLjAsIkxlZnQiOjAuMCwiUmlnaHQiOjAuMCwiQm90dG9tIjowLjB9LCJQYWRkaW5nIjp7IiRpZCI6IjU0NCIsIlRvcCI6MC4wLCJMZWZ0IjowLjAsIlJpZ2h0IjowLjAsIkJvdHRvbSI6MC4wfSwiQmFja2dyb3VuZCI6eyIkaWQiOiI1NDUiLCJDb2xvciI6eyIkaWQiOiI1NDYiLCJBIjo1MSwiUiI6MTY1LCJHIjoxNjUsIkIiOjE2NX19LCJJc1Zpc2libGUiOnRydWUsIldpZHRoIjowLjAsIkhlaWdodCI6MC4wLCJCb3JkZXJTdHlsZSI6eyIkaWQiOiI1NDciLCJMaW5lQ29sb3IiOnsiJGlkIjoiNTQ4IiwiJHR5cGUiOiJOTFJFLkNvbW1vbi5Eb20uU29saWRDb2xvckJydXNoLCBOTFJFLkNvbW1vbiIsIkNvbG9yIjp7IiRpZCI6IjU0OSIsIkEiOjI1NSwiUiI6MjU1LCJHIjowLCJCIjowfX0sIkxpbmVXZWlnaHQiOjAuMCwiTGluZVR5cGUiOjAsIlBhcmVudFN0eWxlIjpudWxsfSwiUGFyZW50U3R5bGUiOm51bGx9LCJNYXJnaW4iOnsiJGlkIjoiNTUwIiwiVG9wIjowLjAsIkxlZnQiOjAuMCwiUmlnaHQiOjAuMCwiQm90dG9tIjowLjB9LCJQYWRkaW5nIjp7IiRpZCI6IjU1MSIsIlRvcCI6MC4wLCJMZWZ0IjowLjAsIlJpZ2h0IjowLjAsIkJvdHRvbSI6MC4wfSwiSXNWaXNpYmxlIjpmYWxzZSwiV2lkdGgiOjAuMCwiSGVpZ2h0IjowLjAsIkJvcmRlclN0eWxlIjpudWxsLCJQYXJlbnRTdHlsZSI6bnVsbH19XSwiSWQiOiIwZDhjNDBiZC1jMzY5LTQ2N2MtOGRjYi03NTJjMGUxNTU0ZmEiLCJJbmRleCI6MSwiSGVhZGVyVGV4dCI6IkNBUkVFUiIsIlN0eWxlIjp7IiRpZCI6IjU1MiIsIkhlYWRlclN0eWxlIjp7IiRpZCI6IjU1MyIsIlRleHRJc1ZlcnRpY2FsIjpmYWxzZSwiVGV4dFN0eWxlIjp7IiRpZCI6IjU1NCIsIkZvbnRTZXR0aW5ncyI6eyIkaWQiOiI1NTUiLCJGb250U2l6ZSI6MTYsIkZvbnROYW1lIjoiUm9ja3dlbGwiLCJJc0JvbGQiOmZhbHNlLCJJc0l0YWxpYyI6ZmFsc2UsIklzVW5kZXJsaW5lZCI6ZmFsc2UsIlBhcmVudFN0eWxlIjpudWxsfSwiQXV0b1NpemUiOjIsIkZvcmVncm91bmQiOnsiJGlkIjoiNTU2IiwiQ29sb3IiOnsiJGlkIjoiNTU3IiwiQSI6MjU1LCJSIjowLCJHIjowLCJCIjowfX0sIk1heFdpZHRoIjoxMDUuODAyMzQ2MjA4ODY5ODQsIk1heEhlaWdodCI6MC4wLCJTbWFydEZvcmVncm91bmRJc0FjdGl2ZSI6ZmFsc2UsIkhvcml6b250YWxBbGlnbm1lbnQiOjAsIlZlcnRpY2FsQWxpZ25tZW50IjowLCJTbWFydEZvcmVncm91bmQiOm51bGwsIkJhY2tncm91bmRGaWxsVHlwZSI6MCwiTWFyZ2luIjp7IiRpZCI6IjU1OCIsIlRvcCI6MC4wLCJMZWZ0IjowLjAsIlJpZ2h0IjowLjAsIkJvdHRvbSI6MC4wfSwiUGFkZGluZyI6eyIkaWQiOiI1NTkiLCJUb3AiOjAuMCwiTGVmdCI6MC4wLCJSaWdodCI6MC4wLCJCb3R0b20iOjAuMH0sIkJhY2tncm91bmQiOm51bGwsIklzVmlzaWJsZSI6dHJ1ZSwiV2lkdGgiOjAuMCwiSGVpZ2h0IjowLjAsIkJvcmRlclN0eWxlIjpudWxsLCJQYXJlbnRTdHlsZSI6bnVsbH0sIlJlY3RhbmdsZVN0eWxlIjp7IiRpZCI6IjU2MCIsIk1hcmdpbiI6eyIkaWQiOiI1NjEiLCJUb3AiOjAuMCwiTGVmdCI6MC4wLCJSaWdodCI6MC4wLCJCb3R0b20iOjAuMH0sIlBhZGRpbmciOnsiJGlkIjoiNTYyIiwiVG9wIjowLjAsIkxlZnQiOjAuMCwiUmlnaHQiOjAuMCwiQm90dG9tIjowLjB9LCJCYWNrZ3JvdW5kIjp7IiRyZWYiOiIyNzIifSwiSXNWaXNpYmxlIjp0cnVlLCJXaWR0aCI6MC4wLCJIZWlnaHQiOjAuMCwiQm9yZGVyU3R5bGUiOnsiJGlkIjoiNTYzIiwiTGluZUNvbG9yIjp7IiRpZCI6IjU2NCIsIiR0eXBlIjoiTkxSRS5Db21tb24uRG9tLlNvbGlkQ29sb3JCcnVzaCwgTkxSRS5Db21tb24iLCJDb2xvciI6eyIkaWQiOiI1NjUiLCJBIjoyNTUsIlIiOjg4LCJHIjozOSwiQiI6N319LCJMaW5lV2VpZ2h0IjowLjAsIkxpbmVUeXBlIjowLCJQYXJlbnRTdHlsZSI6bnVsbH0sIlBhcmVudFN0eWxlIjpudWxsfSwiTWFyZ2luIjp7IiRpZCI6IjU2NiIsIlRvcCI6MC4wLCJMZWZ0IjowLjAsIlJpZ2h0IjowLjAsIkJvdHRvbSI6MC4wfSwiUGFkZGluZyI6eyIkaWQiOiI1NjciLCJUb3AiOjAuMCwiTGVmdCI6MC4wLCJSaWdodCI6MC4wLCJCb3R0b20iOjAuMH0sIkJhY2tncm91bmQiOm51bGwsIklzVmlzaWJsZSI6dHJ1ZSwiV2lkdGgiOjAuMCwiSGVpZ2h0IjowLjAsIkJvcmRlclN0eWxlIjpudWxsLCJQYXJlbnRTdHlsZSI6bnVsbH0sIkJhY2tncm91bmRTdHlsZSI6eyIkaWQiOiI1NjgiLCJNYXJnaW4iOnsiJGlkIjoiNTY5IiwiVG9wIjowLjAsIkxlZnQiOjAuMCwiUmlnaHQiOjAuMCwiQm90dG9tIjowLjB9LCJQYWRkaW5nIjp7IiRpZCI6IjU3MCIsIlRvcCI6MC4wLCJMZWZ0IjowLjAsIlJpZ2h0IjowLjAsIkJvdHRvbSI6MC4wfSwiQmFja2dyb3VuZCI6eyIkaWQiOiI1NzEiLCJDb2xvciI6eyIkaWQiOiI1NzIiLCJBIjo1MSwiUiI6MTY1LCJHIjoxNjUsIkIiOjE2NX19LCJJc1Zpc2libGUiOnRydWUsIldpZHRoIjowLjAsIkhlaWdodCI6MC4wLCJCb3JkZXJTdHlsZSI6eyIkaWQiOiI1NzMiLCJMaW5lQ29sb3IiOnsiJGlkIjoiNTc0IiwiJHR5cGUiOiJOTFJFLkNvbW1vbi5Eb20uU29saWRDb2xvckJydXNoLCBOTFJFLkNvbW1vbiIsIkNvbG9yIjp7IiRpZCI6IjU3NSIsIkEiOjI1NSwiUiI6ODgsIkciOjM5LCJCIjo3fX0sIkxpbmVXZWlnaHQiOjAuMCwiTGluZVR5cGUiOjAsIlBhcmVudFN0eWxlIjpudWxsfSwiUGFyZW50U3R5bGUiOm51bGx9LCJJc0Fib3ZlVGltZWJhbmQiOmZhbHNlLCJNYXJnaW4iOnsiJGlkIjoiNTc2IiwiVG9wIjowLjAsIkxlZnQiOjAuMCwiUmlnaHQiOjAuMCwiQm90dG9tIjowLjB9LCJQYWRkaW5nIjp7IiRpZCI6IjU3NyIsIlRvcCI6MC4wLCJMZWZ0IjowLjAsIlJpZ2h0IjowLjAsIkJvdHRvbSI6MC4wfSwiSXNWaXNpYmxlIjp0cnVlLCJXaWR0aCI6MC4wLCJIZWlnaHQiOjAuMCwiQm9yZGVyU3R5bGUiOnsiJGlkIjoiNTc4IiwiTGluZUNvbG9yIjpudWxsLCJMaW5lV2VpZ2h0IjowLjAsIkxpbmVUeXBlIjowLCJQYXJlbnRTdHlsZSI6bnVsbH0sIlBhcmVudFN0eWxlIjpudWxsfX1dLCJDdWx0dXJlSW5mb05hbWUiOiJlbi1VUyIsIlN0eWxlTmFtZSI6bnVsbCwiVmVyc2lvbiI6eyIkaWQiOiI1NzkiLCJWZXJzaW9uIjoiMy42LjAiLCJPcmlnaW5hbEFzc2VtYmx5VmVyc2lvbiI6IjYuMDMuMDAuMDAiLCJFZGl0aW9uIjpudWxsLCJMYXN0U2F2ZWRFZGl0aW9uIjozLCJJc1BsdXNFZGl0aW9uIjpmYWxzZSwiSXNQcm9FZGl0aW9uIjpmYWxzZX0sIkVmZmVjdCI6MCwiU3R5bGUiOnsiJGlkIjoiNTgwIiwiVGltZWJhbmRTdHlsZSI6eyIkaWQiOiI1ODEiLCJTY2FsZU1hcmtpbmciOjAsIlNoYXBlIjowLCJTaGFwZVN0eWxlIjp7IiRpZCI6IjU4MiIsIk1hcmdpbiI6eyIkaWQiOiI1ODMiLCJUb3AiOjAuMCwiTGVmdCI6MTAuMCwiUmlnaHQiOjEwLjAsIkJvdHRvbSI6MC4wfSwiUGFkZGluZyI6eyIkaWQiOiI1ODQiLCJUb3AiOjUuMCwiTGVmdCI6MTMuMCwiUmlnaHQiOjEzLjAsIkJvdHRvbSI6NS4wfSwiQmFja2dyb3VuZCI6eyIkaWQiOiI1ODUiLCJDb2xvciI6eyIkaWQiOiI1ODYiLCJBIjoyNTUsIlIiOjE5MywiRyI6MzksIkIiOjQ1fX0sIklzVmlzaWJsZSI6dHJ1ZSwiV2lkdGgiOjg1OC4wLCJIZWlnaHQiOjMwLjAsIkJvcmRlclN0eWxlIjp7IiRpZCI6IjU4NyIsIkxpbmVDb2xvciI6eyIkaWQiOiI1ODgiLCIkdHlwZSI6Ik5MUkUuQ29tbW9uLkRvbS5Tb2xpZENvbG9yQnJ1c2gsIE5MUkUuQ29tbW9uIiwiQ29sb3IiOnsiJGlkIjoiNTg5IiwiQSI6MjU1LCJSIjoyNTUsIkciOjAsIkIiOjB9fSwiTGluZVdlaWdodCI6MC4wLCJMaW5lVHlwZSI6MCwiUGFyZW50U3R5bGUiOm51bGx9LCJQYXJlbnRTdHlsZSI6bnVsbH0sIk1pZGRsZVRpZXJTaGFwZVN0eWxlIjp7IiRpZCI6IjU5MCIsIk1hcmdpbiI6eyIkaWQiOiI1OTEiLCJUb3AiOjAuMCwiTGVmdCI6MTAuMCwiUmlnaHQiOjEwLjAsIkJvdHRvbSI6MC4wfSwiUGFkZGluZyI6eyIkaWQiOiI1OTIiLCJUb3AiOjUuMCwiTGVmdCI6MTMuMCwiUmlnaHQiOjEzLjAsIkJvdHRvbSI6NS4wfSwiQmFja2dyb3VuZCI6eyIkaWQiOiI1OTMiLCJDb2xvciI6eyIkaWQiOiI1OTQiLCJBIjoyNTUsIlIiOjE3OCwiRyI6MTQsIkIiOjE4fX0sIklzVmlzaWJsZSI6dHJ1ZSwiV2lkdGgiOjg1OC4wLCJIZWlnaHQiOjMwLjAsIkJvcmRlclN0eWxlIjp7IiRpZCI6IjU5NSIsIkxpbmVDb2xvciI6eyIkaWQiOiI1OTYiLCIkdHlwZSI6Ik5MUkUuQ29tbW9uLkRvbS5Tb2xpZENvbG9yQnJ1c2gsIE5MUkUuQ29tbW9uIiwiQ29sb3IiOnsiJGlkIjoiNTk3IiwiQSI6MjU1LCJSIjoyNTUsIkciOjAsIkIiOjB9fSwiTGluZVdlaWdodCI6MC4wLCJMaW5lVHlwZSI6MCwiUGFyZW50U3R5bGUiOm51bGx9LCJQYXJlbnRTdHlsZSI6bnVsbH0sIkJvdHRvbVRpZXJTaGFwZVN0eWxlIjp7IiRpZCI6IjU5OCIsIk1hcmdpbiI6eyIkaWQiOiI1OTkiLCJUb3AiOjAuMCwiTGVmdCI6MTAuMCwiUmlnaHQiOjEwLjAsIkJvdHRvbSI6MC4wfSwiUGFkZGluZyI6eyIkaWQiOiI2MDAiLCJUb3AiOjUuMCwiTGVmdCI6MTMuMCwiUmlnaHQiOjEzLjAsIkJvdHRvbSI6NS4wfSwiQmFja2dyb3VuZCI6eyIkaWQiOiI2MDEiLCJDb2xvciI6eyIkaWQiOiI2MDIiLCJBIjoyNTUsIlIiOjE3OCwiRyI6MTQsIkIiOjE4fX0sIklzVmlzaWJsZSI6dHJ1ZSwiV2lkdGgiOjg1OC4wLCJIZWlnaHQiOjMwLjAsIkJvcmRlclN0eWxlIjp7IiRpZCI6IjYwMyIsIkxpbmVDb2xvciI6eyIkaWQiOiI2MDQiLCIkdHlwZSI6Ik5MUkUuQ29tbW9uLkRvbS5Tb2xpZENvbG9yQnJ1c2gsIE5MUkUuQ29tbW9uIiwiQ29sb3IiOnsiJGlkIjoiNjA1IiwiQSI6MjU1LCJSIjoyNTUsIkciOjAsIkIiOjB9fSwiTGluZVdlaWdodCI6MC4wLCJMaW5lVHlwZSI6MCwiUGFyZW50U3R5bGUiOm51bGx9LCJQYXJlbnRTdHlsZSI6bnVsbH0sIlJpZ2h0RW5kQ2Fwc1N0eWxlIjp7IiRpZCI6IjYwNiIsIkZvbnRTZXR0aW5ncyI6eyIkaWQiOiI2MDciLCJGb250U2l6ZSI6MTgsIkZvbnROYW1lIjoiQ2FsaWJyaSIsIklzQm9sZCI6dHJ1ZSwiSXNJdGFsaWMiOmZhbHNlLCJJc1VuZGVybGluZWQiOmZhbHNlLCJQYXJlbnRTdHlsZSI6bnVsbH0sIkF1dG9TaXplIjowLCJGb3JlZ3JvdW5kIjp7IiRpZCI6IjYwOCIsIkNvbG9yIjp7IiRpZCI6IjYwOS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jEwIiwiVG9wIjowLjAsIkxlZnQiOjAuMCwiUmlnaHQiOjIwLjAsIkJvdHRvbSI6MC4wfSwiUGFkZGluZyI6eyIkaWQiOiI2MTEiLCJUb3AiOjAuMCwiTGVmdCI6MC4wLCJSaWdodCI6MC4wLCJCb3R0b20iOjAuMH0sIkJhY2tncm91bmQiOnsiJGlkIjoiNjEyIiwiQ29sb3IiOnsiJGlkIjoiNjEzIiwiQSI6ODksIlIiOjAsIkciOjAsIkIiOjB9fSwiSXNWaXNpYmxlIjpmYWxzZSwiV2lkdGgiOjAuMCwiSGVpZ2h0IjowLjAsIkJvcmRlclN0eWxlIjpudWxsLCJQYXJlbnRTdHlsZSI6bnVsbH0sIkxlZnRFbmRDYXBzU3R5bGUiOnsiJGlkIjoiNjE0IiwiRm9udFNldHRpbmdzIjp7IiRpZCI6IjYxNSIsIkZvbnRTaXplIjoxOCwiRm9udE5hbWUiOiJDYWxpYnJpIiwiSXNCb2xkIjp0cnVlLCJJc0l0YWxpYyI6ZmFsc2UsIklzVW5kZXJsaW5lZCI6ZmFsc2UsIlBhcmVudFN0eWxlIjpudWxsfSwiQXV0b1NpemUiOjAsIkZvcmVncm91bmQiOnsiJGlkIjoiNjE2IiwiQ29sb3IiOnsiJGlkIjoiNjE3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2MTgiLCJUb3AiOjAuMCwiTGVmdCI6NjEuMzA5MDEyODc1NTM2NSwiUmlnaHQiOjAuMCwiQm90dG9tIjowLjB9LCJQYWRkaW5nIjp7IiRpZCI6IjYxOSIsIlRvcCI6MC4wLCJMZWZ0IjowLjAsIlJpZ2h0IjowLjAsIkJvdHRvbSI6MC4wfSwiQmFja2dyb3VuZCI6eyIkaWQiOiI2MjAiLCJDb2xvciI6eyIkcmVmIjoiNjEzIn19LCJJc1Zpc2libGUiOmZhbHNlLCJXaWR0aCI6MC4wLCJIZWlnaHQiOjAuMCwiQm9yZGVyU3R5bGUiOm51bGwsIlBhcmVudFN0eWxlIjpudWxsfSwiVG9kYXlUZXh0U3R5bGUiOnsiJGlkIjoiNjIxIiwiRm9udFNldHRpbmdzIjp7IiRpZCI6IjYyMiIsIkZvbnRTaXplIjoxMiwiRm9udE5hbWUiOiJDYWxpYnJpIiwiSXNCb2xkIjpmYWxzZSwiSXNJdGFsaWMiOmZhbHNlLCJJc1VuZGVybGluZWQiOmZhbHNlLCJQYXJlbnRTdHlsZSI6bnVsbH0sIkF1dG9TaXplIjowLCJGb3JlZ3JvdW5kIjp7IiRpZCI6IjYyMyIsIkNvbG9yIjp7IiRpZCI6IjYy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2MjUiLCJUb3AiOjAuMCwiTGVmdCI6MC4wLCJSaWdodCI6MC4wLCJCb3R0b20iOjAuMH0sIlBhZGRpbmciOnsiJGlkIjoiNjI2IiwiVG9wIjowLjAsIkxlZnQiOjAuMCwiUmlnaHQiOjAuMCwiQm90dG9tIjowLjB9LCJCYWNrZ3JvdW5kIjp7IiRpZCI6IjYyNyIsIkNvbG9yIjp7IiRyZWYiOiI2MTMifX0sIklzVmlzaWJsZSI6dHJ1ZSwiV2lkdGgiOjAuMCwiSGVpZ2h0IjowLjAsIkJvcmRlclN0eWxlIjpudWxsLCJQYXJlbnRTdHlsZSI6bnVsbH0sIlRvZGF5TWFya2VyU3R5bGUiOnsiJGlkIjoiNjI4IiwiTWFyZ2luIjp7IiRpZCI6IjYyOSIsIlRvcCI6MC4wLCJMZWZ0IjowLjAsIlJpZ2h0IjowLjAsIkJvdHRvbSI6MC4wfSwiUGFkZGluZyI6eyIkaWQiOiI2MzAiLCJUb3AiOjAuMCwiTGVmdCI6MC4wLCJSaWdodCI6MC4wLCJCb3R0b20iOjAuMH0sIkJhY2tncm91bmQiOnsiJGlkIjoiNjMxIiwiQ29sb3IiOnsiJGlkIjoiNjMyIiwiQSI6MjU1LCJSIjoyNTUsIkciOjAsIkIiOjB9fSwiSXNWaXNpYmxlIjp0cnVlLCJXaWR0aCI6MC4wLCJIZWlnaHQiOjAuMCwiQm9yZGVyU3R5bGUiOm51bGwsIlBhcmVudFN0eWxlIjpudWxsfSwiU2NhbGVTdHlsZSI6eyIkaWQiOiI2MzMiLCJTaGFwZSI6NCwiU2hvd1NlZ21lbnRTZXBhcmF0b3JzIjp0cnVlLCJTZWdtZW50U2VwYXJhdG9yT3BhY2l0eSI6MzAsIkhhc0JlZW5WaXNpYmxlQmVmb3JlIjp0cnVlLCJGb250U2V0dGluZ3MiOnsiJGlkIjoiNjM0IiwiRm9udFNpemUiOjE0LCJGb250TmFtZSI6IlZlcmRhbmEiLCJJc0JvbGQiOmZhbHNlLCJJc0l0YWxpYyI6ZmFsc2UsIklzVW5kZXJsaW5lZCI6ZmFsc2UsIlBhcmVudFN0eWxlIjpudWxsfSwiQXV0b1NpemUiOjAsIkZvcmVncm91bmQiOnsiJGlkIjoiNjM1IiwiQ29sb3IiOnsiJGlkIjoiNjM2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zNyIsIlRvcCI6MC4wLCJMZWZ0Ijo1LjAsIlJpZ2h0IjowLjAsIkJvdHRvbSI6MC4wfSwiUGFkZGluZyI6eyIkaWQiOiI2MzgiLCJUb3AiOjAuMCwiTGVmdCI6MC4wLCJSaWdodCI6MC4wLCJCb3R0b20iOjAuMH0sIkJhY2tncm91bmQiOnsiJGlkIjoiNjM5IiwiQ29sb3IiOnsiJHJlZiI6IjYxMyJ9fSwiSXNWaXNpYmxlIjp0cnVlLCJXaWR0aCI6MC4wLCJIZWlnaHQiOjAuMCwiQm9yZGVyU3R5bGUiOm51bGwsIlBhcmVudFN0eWxlIjpudWxsfSwiU2luZ2xlU2NhbGVTaGFwZVN0eWxlIjp7IiRpZCI6IjY0MCIsIlNoYXBlIjowLCJIZWlnaHQiOjAuMH0sIk1pZGRsZVRpZXJTY2FsZVN0eWxlIjp7IiRpZCI6IjY0MSIsIlNoYXBlIjo0LCJTaG93U2VnbWVudFNlcGFyYXRvcnMiOnRydWUsIlNlZ21lbnRTZXBhcmF0b3JPcGFjaXR5IjozMCwiSGFzQmVlblZpc2libGVCZWZvcmUiOmZhbHNlLCJGb250U2V0dGluZ3MiOnsiJGlkIjoiNjQyIiwiRm9udFNpemUiOjEyLCJGb250TmFtZSI6IkNhbGlicmkiLCJJc0JvbGQiOmZhbHNlLCJJc0l0YWxpYyI6ZmFsc2UsIklzVW5kZXJsaW5lZCI6ZmFsc2UsIlBhcmVudFN0eWxlIjpudWxsfSwiQXV0b1NpemUiOjAsIkZvcmVncm91bmQiOnsiJGlkIjoiNjQzIiwiQ29sb3IiOnsiJGlkIjoiNjQ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0NSIsIlRvcCI6MC4wLCJMZWZ0Ijo1LjAsIlJpZ2h0IjowLjAsIkJvdHRvbSI6MC4wfSwiUGFkZGluZyI6eyIkaWQiOiI2NDYiLCJUb3AiOjAuMCwiTGVmdCI6MC4wLCJSaWdodCI6MC4wLCJCb3R0b20iOjAuMH0sIkJhY2tncm91bmQiOnsiJGlkIjoiNjQ3IiwiQ29sb3IiOnsiJGlkIjoiNjQ4IiwiQSI6ODksIlIiOjAsIkciOjAsIkIiOjB9fSwiSXNWaXNpYmxlIjpmYWxzZSwiV2lkdGgiOjAuMCwiSGVpZ2h0IjowLjAsIkJvcmRlclN0eWxlIjpudWxsLCJQYXJlbnRTdHlsZSI6bnVsbH0sIkJvdHRvbVRpZXJTY2FsZVN0eWxlIjp7IiRpZCI6IjY0OSIsIlNoYXBlIjo0LCJTaG93U2VnbWVudFNlcGFyYXRvcnMiOnRydWUsIlNlZ21lbnRTZXBhcmF0b3JPcGFjaXR5IjozMCwiSGFzQmVlblZpc2libGVCZWZvcmUiOmZhbHNlLCJGb250U2V0dGluZ3MiOnsiJGlkIjoiNjUwIiwiRm9udFNpemUiOjEyLCJGb250TmFtZSI6IkNhbGlicmkiLCJJc0JvbGQiOmZhbHNlLCJJc0l0YWxpYyI6ZmFsc2UsIklzVW5kZXJsaW5lZCI6ZmFsc2UsIlBhcmVudFN0eWxlIjpudWxsfSwiQXV0b1NpemUiOjAsIkZvcmVncm91bmQiOnsiJGlkIjoiNjUxIiwiQ29sb3IiOnsiJGlkIjoiNjUy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1MyIsIlRvcCI6MC4wLCJMZWZ0Ijo1LjAsIlJpZ2h0IjowLjAsIkJvdHRvbSI6MC4wfSwiUGFkZGluZyI6eyIkaWQiOiI2NTQiLCJUb3AiOjAuMCwiTGVmdCI6MC4wLCJSaWdodCI6MC4wLCJCb3R0b20iOjAuMH0sIkJhY2tncm91bmQiOnsiJGlkIjoiNjU1IiwiQ29sb3IiOnsiJGlkIjoiNjU2IiwiQSI6ODksIlIiOjAsIkciOjAsIkIiOjB9fSwiSXNWaXNpYmxlIjpmYWxzZSwiV2lkdGgiOjAuMCwiSGVpZ2h0IjowLjAsIkJvcmRlclN0eWxlIjpudWxsLCJQYXJlbnRTdHlsZSI6bnVsbH0sIkVsYXBzZWRUaW1lQmFja2dyb3VuZCI6eyIkaWQiOiI2NTciLCJDb2xvciI6eyIkaWQiOiI2NTgiLCJBIjo3NywiUiI6MjU1LCJHIjowLCJCIjowfX0sIkFwcGVuZFllYXJPblllYXJDaGFuZ2UiOnRydWUsIkVsYXBzZWRUaW1lRm9ybWF0IjoxLCJUb2RheU1hcmtlclBvc2l0aW9uIjozLCJRdWlja1Bvc2l0aW9uIjozLCJBYnNvbHV0ZVBvc2l0aW9uIjoxODIuNjY1MjM3LCJNYXJnaW4iOnsiJGlkIjoiNjU5IiwiVG9wIjowLjAsIkxlZnQiOjEwLjAsIlJpZ2h0IjoxMC4wLCJCb3R0b20iOjAuMH0sIlBhZGRpbmciOnsiJGlkIjoiNjYwIiwiVG9wIjowLjAsIkxlZnQiOjAuMCwiUmlnaHQiOjAuMCwiQm90dG9tIjowLjB9LCJCYWNrZ3JvdW5kIjp7IiRpZCI6IjY2MSIsIkNvbG9yIjp7IiRpZCI6IjY2MiIsIkEiOjI1NSwiUiI6NDcsIkciOjU0LCJCIjoxNTN9fSwiSXNWaXNpYmxlIjp0cnVlLCJXaWR0aCI6MC4wLCJIZWlnaHQiOjAuMCwiQm9yZGVyU3R5bGUiOm51bGwsIlBhcmVudFN0eWxlIjpudWxsfSwiRGVmYXVsdE1pbGVzdG9uZVN0eWxlIjp7IiRpZCI6IjY2MyIsIlNoYXBlIjoxNywiQ29ubmVjdG9yTWFyZ2luIjp7IiRpZCI6IjY2NCIsIlRvcCI6MC4wLCJMZWZ0IjoyLjAsIlJpZ2h0IjoyLjAsIkJvdHRvbSI6MC4wfSwiQ29ubmVjdG9yU3R5bGUiOnsiJGlkIjoiNjY1IiwiTGluZUNvbG9yIjp7IiRpZCI6IjY2NiIsIiR0eXBlIjoiTkxSRS5Db21tb24uRG9tLlNvbGlkQ29sb3JCcnVzaCwgTkxSRS5Db21tb24iLCJDb2xvciI6eyIkaWQiOiI2NjciLCJBIjoxMjcsIlIiOjE2NSwiRyI6MTY1LCJCIjoxNjV9fSwiTGluZVdlaWdodCI6MS4wLCJMaW5lVHlwZSI6MCwiUGFyZW50U3R5bGUiOm51bGx9LCJJc0JlbG93VGltZWJhbmQiOmZhbHNlLCJQb3NpdGlvbk9uVGFzayI6MCwiSGlkZURhdGUiOmZhbHNlLCJTaGFwZVNpemUiOjAsIlNwYWNpbmciOjIuMCwiUGFkZGluZyI6eyIkaWQiOiI2NjgiLCJUb3AiOjcuMCwiTGVmdCI6My4wLCJSaWdodCI6MC4wLCJCb3R0b20iOjIuMH0sIlNoYXBlU3R5bGUiOnsiJGlkIjoiNjY5IiwiTWFyZ2luIjp7IiRpZCI6IjY3MCIsIlRvcCI6MC4wLCJMZWZ0IjowLjAsIlJpZ2h0IjowLjAsIkJvdHRvbSI6MC4wfSwiUGFkZGluZyI6eyIkaWQiOiI2NzEiLCJUb3AiOjAuMCwiTGVmdCI6MC4wLCJSaWdodCI6MC4wLCJCb3R0b20iOjAuMH0sIkJhY2tncm91bmQiOnsiJGlkIjoiNjcyIiwiQ29sb3IiOnsiJGlkIjoiNjczIiwiQSI6MjU1LCJSIjoyMDEsIkciOjIwNCwiQiI6MjA3fX0sIklzVmlzaWJsZSI6dHJ1ZSwiV2lkdGgiOjE0LjAsIkhlaWdodCI6MTQuMCwiQm9yZGVyU3R5bGUiOnsiJGlkIjoiNjc0IiwiTGluZUNvbG9yIjp7IiRpZCI6IjY3NSIsIiR0eXBlIjoiTkxSRS5Db21tb24uRG9tLlNvbGlkQ29sb3JCcnVzaCwgTkxSRS5Db21tb24iLCJDb2xvciI6eyIkaWQiOiI2NzYiLCJBIjoyNTUsIlIiOjI1NSwiRyI6MCwiQiI6MH19LCJMaW5lV2VpZ2h0IjowLjAsIkxpbmVUeXBlIjowLCJQYXJlbnRTdHlsZSI6bnVsbH0sIlBhcmVudFN0eWxlIjpudWxsfSwiVGl0bGVTdHlsZSI6eyIkaWQiOiI2NzciLCJGb250U2V0dGluZ3MiOnsiJGlkIjoiNjc4IiwiRm9udFNpemUiOjEzLCJGb250TmFtZSI6IlJvY2t3ZWxsIiwiSXNCb2xkIjpmYWxzZSwiSXNJdGFsaWMiOmZhbHNlLCJJc1VuZGVybGluZWQiOmZhbHNlLCJQYXJlbnRTdHlsZSI6bnVsbH0sIkF1dG9TaXplIjowLCJGb3JlZ3JvdW5kIjp7IiRpZCI6IjY3OSIsIkNvbG9yIjp7IiRpZCI6IjY4MCIsIkEiOjI1NSwiUiI6MTkzLCJHIjozOSwiQiI6NDV9fSwiTWF4V2lkdGgiOjIwMC4wLCJNYXhIZWlnaHQiOiJJbmZpbml0eSIsIlNtYXJ0Rm9yZWdyb3VuZElzQWN0aXZlIjpmYWxzZSwiSG9yaXpvbnRhbEFsaWdubWVudCI6MSwiVmVydGljYWxBbGlnbm1lbnQiOjAsIlNtYXJ0Rm9yZWdyb3VuZCI6bnVsbCwiQmFja2dyb3VuZEZpbGxUeXBlIjowLCJNYXJnaW4iOnsiJGlkIjoiNjgxIiwiVG9wIjowLjAsIkxlZnQiOjAuMCwiUmlnaHQiOjAuMCwiQm90dG9tIjowLjB9LCJQYWRkaW5nIjp7IiRpZCI6IjY4MiIsIlRvcCI6MC4wLCJMZWZ0IjowLjAsIlJpZ2h0IjowLjAsIkJvdHRvbSI6MC4wfSwiQmFja2dyb3VuZCI6eyIkaWQiOiI2ODMiLCJDb2xvciI6eyIkcmVmIjoiNjEzIn19LCJJc1Zpc2libGUiOnRydWUsIldpZHRoIjowLjAsIkhlaWdodCI6MC4wLCJCb3JkZXJTdHlsZSI6bnVsbCwiUGFyZW50U3R5bGUiOm51bGx9LCJEYXRlU3R5bGUiOnsiJGlkIjoiNjg0IiwiRm9udFNldHRpbmdzIjp7IiRpZCI6IjY4NSIsIkZvbnRTaXplIjoxMCwiRm9udE5hbWUiOiJWZXJkYW5hIiwiSXNCb2xkIjpmYWxzZSwiSXNJdGFsaWMiOmZhbHNlLCJJc1VuZGVybGluZWQiOmZhbHNlLCJQYXJlbnRTdHlsZSI6bnVsbH0sIkF1dG9TaXplIjowLCJGb3JlZ3JvdW5kIjp7IiRpZCI6IjY4NiIsIkNvbG9yIjp7IiRpZCI6IjY4NyIsIkEiOjI1NSwiUiI6MTIwLCJHIjoxMjgsIkIiOjEzNH19LCJNYXhXaWR0aCI6MjAwLjAsIk1heEhlaWdodCI6IkluZmluaXR5IiwiU21hcnRGb3JlZ3JvdW5kSXNBY3RpdmUiOmZhbHNlLCJIb3Jpem9udGFsQWxpZ25tZW50IjowLCJWZXJ0aWNhbEFsaWdubWVudCI6MCwiU21hcnRGb3JlZ3JvdW5kIjpudWxsLCJCYWNrZ3JvdW5kRmlsbFR5cGUiOjAsIk1hcmdpbiI6eyIkaWQiOiI2ODgiLCJUb3AiOjAuMCwiTGVmdCI6MC4wLCJSaWdodCI6MC4wLCJCb3R0b20iOjAuMH0sIlBhZGRpbmciOnsiJGlkIjoiNjg5IiwiVG9wIjowLjAsIkxlZnQiOjAuMCwiUmlnaHQiOjAuMCwiQm90dG9tIjowLjB9LCJCYWNrZ3JvdW5kIjp7IiRpZCI6IjY5MCIsIkNvbG9yIjp7IiRyZWYiOiI2MTMifX0sIklzVmlzaWJsZSI6dHJ1ZSwiV2lkdGgiOjAuMCwiSGVpZ2h0IjowLjAsIkJvcmRlclN0eWxlIjpudWxsLCJQYXJlbnRTdHlsZSI6bnVsbH0sIkRhdGVGb3JtYXQiOnsiJGlkIjoiNjkxIiwiRm9ybWF0U3RyaW5nIjoieXl5eSIsIlNlcGFyYXRvciI6Ii8iLCJVc2VJbnRlcm5hdGlvbmFsRGF0ZUZvcm1hdCI6ZmFsc2UsIkRhdGVJc1Zpc2libGUiOnRydWUsIlRpbWVJc1Zpc2libGUiOmZhbHNlLCJIb3VyRGlnaXRzIjoxLCJBbVBtRGVzaWduYXRvciI6MiwiVHJpbTAwTWludXRlcyI6ZmFsc2UsIkxhc3RLbm93blZpc2liaWxpdHlTdGF0ZSI6eyIkaWQiOiI2OTIiLCJEYXRlUGFydElzVmlzaWJsZSI6dHJ1ZSwiVGltZVBhcnRJc1Zpc2libGUiOmZhbHNlfX0sIldlZWtOdW1iZXJpbmciOnsiJGlkIjoiNjkzIiwiRm9ybWF0IjowLCJJc1Zpc2libGUiOmZhbHNlLCJMYXN0S25vd25WaXNpYmlsaXR5U3RhdGUiOmZhbHNlfSwiSXNWaXNpYmxlIjp0cnVlLCJQYXJlbnRTdHlsZSI6bnVsbH0sIkRlZmF1bHRUYXNrU3R5bGUiOnsiJGlkIjoiNjk0IiwiU2hhcGUiOjIsIlNoYXBlVGhpY2tuZXNzIjoxLCJEdXJhdGlvbkZvcm1hdCI6MCwiSW5jbHVkZU5vbldvcmtpbmdEYXlzSW5EdXJhdGlvbiI6ZmFsc2UsIlBlcmNlbnRhZ2VDb21wbGV0ZVN0eWxlIjp7IiRpZCI6IjY5NSIsIkZvbnRTZXR0aW5ncyI6eyIkaWQiOiI2OTYiLCJGb250U2l6ZSI6MTAsIkZvbnROYW1lIjoiQ2FsaWJyaSIsIklzQm9sZCI6ZmFsc2UsIklzSXRhbGljIjpmYWxzZSwiSXNVbmRlcmxpbmVkIjpmYWxzZSwiUGFyZW50U3R5bGUiOm51bGx9LCJBdXRvU2l6ZSI6MCwiRm9yZWdyb3VuZCI6eyIkaWQiOiI2OTciLCJDb2xvciI6eyIkaWQiOiI2OTg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Njk5IiwiVG9wIjowLjAsIkxlZnQiOjAuMCwiUmlnaHQiOjAuMCwiQm90dG9tIjowLjB9LCJQYWRkaW5nIjp7IiRpZCI6IjcwMCIsIlRvcCI6MC4wLCJMZWZ0IjowLjAsIlJpZ2h0IjowLjAsIkJvdHRvbSI6MC4wfSwiQmFja2dyb3VuZCI6eyIkaWQiOiI3MDEiLCJDb2xvciI6eyIkcmVmIjoiNjEzIn19LCJJc1Zpc2libGUiOnRydWUsIldpZHRoIjowLjAsIkhlaWdodCI6MC4wLCJCb3JkZXJTdHlsZSI6bnVsbCwiUGFyZW50U3R5bGUiOm51bGx9LCJEdXJhdGlvblN0eWxlIjp7IiRpZCI6IjcwMiIsIkZvbnRTZXR0aW5ncyI6eyIkaWQiOiI3MDMiLCJGb250U2l6ZSI6MTAsIkZvbnROYW1lIjoiQ2FsaWJyaSIsIklzQm9sZCI6ZmFsc2UsIklzSXRhbGljIjpmYWxzZSwiSXNVbmRlcmxpbmVkIjpmYWxzZSwiUGFyZW50U3R5bGUiOm51bGx9LCJBdXRvU2l6ZSI6MCwiRm9yZWdyb3VuZCI6eyIkaWQiOiI3MDQiLCJDb2xvciI6eyIkaWQiOiI3M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MDYiLCJUb3AiOjAuMCwiTGVmdCI6MC4wLCJSaWdodCI6MC4wLCJCb3R0b20iOjAuMH0sIlBhZGRpbmciOnsiJGlkIjoiNzA3IiwiVG9wIjowLjAsIkxlZnQiOjAuMCwiUmlnaHQiOjAuMCwiQm90dG9tIjowLjB9LCJCYWNrZ3JvdW5kIjp7IiRpZCI6IjcwOCIsIkNvbG9yIjp7IiRyZWYiOiI2MTMifX0sIklzVmlzaWJsZSI6dHJ1ZSwiV2lkdGgiOjAuMCwiSGVpZ2h0IjowLjAsIkJvcmRlclN0eWxlIjpudWxsLCJQYXJlbnRTdHlsZSI6bnVsbH0sIkhvcml6b250YWxDb25uZWN0b3JTdHlsZSI6eyIkaWQiOiI3MDkiLCJMaW5lQ29sb3IiOnsiJGlkIjoiNzEwIiwiJHR5cGUiOiJOTFJFLkNvbW1vbi5Eb20uU29saWRDb2xvckJydXNoLCBOTFJFLkNvbW1vbiIsIkNvbG9yIjp7IiRpZCI6IjcxMSIsIkEiOjI1NSwiUiI6MjA0LCJHIjoyMDQsIkIiOjIwNH19LCJMaW5lV2VpZ2h0IjoxLjAsIkxpbmVUeXBlIjowLCJQYXJlbnRTdHlsZSI6bnVsbH0sIlZlcnRpY2FsQ29ubmVjdG9yU3R5bGUiOnsiJGlkIjoiNzEyIiwiTGluZUNvbG9yIjp7IiRpZCI6IjcxMyIsIiR0eXBlIjoiTkxSRS5Db21tb24uRG9tLlNvbGlkQ29sb3JCcnVzaCwgTkxSRS5Db21tb24iLCJDb2xvciI6eyIkaWQiOiI3MTQiLCJBIjoyNTUsIlIiOjI0MywiRyI6MjM1LCJCIjoyMzV9fSwiTGluZVdlaWdodCI6MC4wLCJMaW5lVHlwZSI6MCwiUGFyZW50U3R5bGUiOm51bGx9LCJNYXJnaW4iOm51bGwsIlN0YXJ0RGF0ZVBvc2l0aW9uIjozLCJFbmREYXRlUG9zaXRpb24iOjQsIkRhdGVJc1Zpc2libGUiOnRydWUsIlRpdGxlUG9zaXRpb24iOjIsIkR1cmF0aW9uUG9zaXRpb24iOjYsIlBlcmNlbnRhZ2VDb21wbGV0ZWRQb3NpdGlvbiI6MiwiU3BhY2luZyI6NSwiSXNCZWxvd1RpbWViYW5kIjp0cnVlLCJQZXJjZW50YWdlQ29tcGxldGVTaGFwZU9wYWNpdHkiOjM1LCJTaGFwZVN0eWxlIjp7IiRpZCI6IjcxNSIsIk1hcmdpbiI6eyIkaWQiOiI3MTYiLCJUb3AiOjAuMCwiTGVmdCI6NC4wLCJSaWdodCI6NC4wLCJCb3R0b20iOjAuMH0sIlBhZGRpbmciOnsiJGlkIjoiNzE3IiwiVG9wIjowLjAsIkxlZnQiOjAuMCwiUmlnaHQiOjAuMCwiQm90dG9tIjowLjB9LCJCYWNrZ3JvdW5kIjp7IiRpZCI6IjcxOCIsIkNvbG9yIjp7IiRpZCI6IjcxOSIsIkEiOjI1NSwiUiI6MCwiRyI6MTE0LCJCIjoxODh9fSwiSXNWaXNpYmxlIjp0cnVlLCJXaWR0aCI6MC4wLCJIZWlnaHQiOjE2LjAsIkJvcmRlclN0eWxlIjp7IiRpZCI6IjcyMCIsIkxpbmVDb2xvciI6eyIkaWQiOiI3MjEiLCIkdHlwZSI6Ik5MUkUuQ29tbW9uLkRvbS5Tb2xpZENvbG9yQnJ1c2gsIE5MUkUuQ29tbW9uIiwiQ29sb3IiOnsiJGlkIjoiNzIyIiwiQSI6MjU1LCJSIjoyNTUsIkciOjAsIkIiOjB9fSwiTGluZVdlaWdodCI6MC4wLCJMaW5lVHlwZSI6MCwiUGFyZW50U3R5bGUiOm51bGx9LCJQYXJlbnRTdHlsZSI6bnVsbH0sIlRpdGxlU3R5bGUiOnsiJGlkIjoiNzIzIiwiRm9udFNldHRpbmdzIjp7IiRpZCI6IjcyNCIsIkZvbnRTaXplIjo5LCJGb250TmFtZSI6IkNhbGlicmkiLCJJc0JvbGQiOmZhbHNlLCJJc0l0YWxpYyI6ZmFsc2UsIklzVW5kZXJsaW5lZCI6ZmFsc2UsIlBhcmVudFN0eWxlIjpudWxsfSwiQXV0b1NpemUiOjAsIkZvcmVncm91bmQiOnsiJGlkIjoiNzI1IiwiQ29sb3IiOnsiJGlkIjoiNzI2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cyNyIsIlRvcCI6MC4wLCJMZWZ0IjowLjAsIlJpZ2h0IjowLjAsIkJvdHRvbSI6MC4wfSwiUGFkZGluZyI6eyIkaWQiOiI3MjgiLCJUb3AiOjAuMCwiTGVmdCI6MC4wLCJSaWdodCI6MC4wLCJCb3R0b20iOjAuMH0sIkJhY2tncm91bmQiOnsiJGlkIjoiNzI5IiwiQ29sb3IiOnsiJHJlZiI6IjYxMyJ9fSwiSXNWaXNpYmxlIjp0cnVlLCJXaWR0aCI6MC4wLCJIZWlnaHQiOjAuMCwiQm9yZGVyU3R5bGUiOm51bGwsIlBhcmVudFN0eWxlIjpudWxsfSwiRGF0ZVN0eWxlIjp7IiRpZCI6IjczMCIsIkZvbnRTZXR0aW5ncyI6eyIkaWQiOiI3MzEiLCJGb250U2l6ZSI6OSwiRm9udE5hbWUiOiJDYWxpYnJpIiwiSXNCb2xkIjpmYWxzZSwiSXNJdGFsaWMiOmZhbHNlLCJJc1VuZGVybGluZWQiOmZhbHNlLCJQYXJlbnRTdHlsZSI6bnVsbH0sIkF1dG9TaXplIjowLCJGb3JlZ3JvdW5kIjp7IiRpZCI6IjczMiIsIkNvbG9yIjp7IiRpZCI6IjczMyIsIkEiOjI1NSwiUiI6MTI4LCJHIjoxMjgsIkIiOjEyOH19LCJNYXhXaWR0aCI6MjAwLjAsIk1heEhlaWdodCI6IkluZmluaXR5IiwiU21hcnRGb3JlZ3JvdW5kSXNBY3RpdmUiOmZhbHNlLCJIb3Jpem9udGFsQWxpZ25tZW50IjoxLCJWZXJ0aWNhbEFsaWdubWVudCI6MCwiU21hcnRGb3JlZ3JvdW5kIjpudWxsLCJCYWNrZ3JvdW5kRmlsbFR5cGUiOjAsIk1hcmdpbiI6eyIkaWQiOiI3MzQiLCJUb3AiOjAuMCwiTGVmdCI6MC4wLCJSaWdodCI6MC4wLCJCb3R0b20iOjAuMH0sIlBhZGRpbmciOnsiJGlkIjoiNzM1IiwiVG9wIjowLjAsIkxlZnQiOjAuMCwiUmlnaHQiOjAuMCwiQm90dG9tIjowLjB9LCJCYWNrZ3JvdW5kIjp7IiRpZCI6IjczNiIsIkNvbG9yIjp7IiRyZWYiOiI2MTMifX0sIklzVmlzaWJsZSI6dHJ1ZSwiV2lkdGgiOjAuMCwiSGVpZ2h0IjowLjAsIkJvcmRlclN0eWxlIjpudWxsLCJQYXJlbnRTdHlsZSI6bnVsbH0sIkRhdGVGb3JtYXQiOnsiJGlkIjoiNz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zOCIsIkZvcm1hdCI6MCwiSXNWaXNpYmxlIjpmYWxzZSwiTGFzdEtub3duVmlzaWJpbGl0eVN0YXRlIjpmYWxzZX0sIklzVmlzaWJsZSI6dHJ1ZSwiUGFyZW50U3R5bGUiOm51bGwsIl9leHBsaWNpdGx5U2V0Ijp7IiRpZCI6Ijcz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NzQwIiwiR3JpZGxpbmVTdHlsZSI6eyIkaWQiOiI3NDEiLCJMaW5lQ29sb3IiOnsiJGlkIjoiNzQyIiwiJHR5cGUiOiJOTFJFLkNvbW1vbi5Eb20uU29saWRDb2xvckJydXNoLCBOTFJFLkNvbW1vbiIsIkNvbG9yIjp7IiRpZCI6Ijc0MyIsIkEiOjM4LCJSIjo5MSwiRyI6MTU1LCJCIjoyMTN9fSwiTGluZVdlaWdodCI6MS4wLCJMaW5lVHlwZSI6MCwiUGFyZW50U3R5bGUiOm51bGx9LCJNYXJnaW4iOnsiJGlkIjoiNzQ0IiwiVG9wIjowLjAsIkxlZnQiOjAuMCwiUmlnaHQiOjAuMCwiQm90dG9tIjowLjB9LCJQYWRkaW5nIjp7IiRpZCI6Ijc0NSIsIlRvcCI6MC4wLCJMZWZ0IjowLjAsIlJpZ2h0IjowLjAsIkJvdHRvbSI6MC4wfSwiQmFja2dyb3VuZCI6bnVsbCwiSXNWaXNpYmxlIjpmYWxzZSwiV2lkdGgiOjAuMCwiSGVpZ2h0IjowLjAsIkJvcmRlclN0eWxlIjp7IiRpZCI6Ijc0NiIsIkxpbmVDb2xvciI6bnVsbCwiTGluZVdlaWdodCI6MC4wLCJMaW5lVHlwZSI6MCwiUGFyZW50U3R5bGUiOm51bGx9LCJQYXJlbnRTdHlsZSI6bnVsbH0sIkFjdGl2aXR5TGluZVBhbmVsU3R5bGUiOnsiJGlkIjoiNzQ3IiwiQWN0aXZpdHlMaW5lU3R5bGUiOnsiJGlkIjoiNzQ4IiwiTGluZUNvbG9yIjp7IiRpZCI6Ijc0OSIsIiR0eXBlIjoiTkxSRS5Db21tb24uRG9tLlNvbGlkQ29sb3JCcnVzaCwgTkxSRS5Db21tb24iLCJDb2xvciI6eyIkaWQiOiI3NTAiLCJBIjozOCwiUiI6NjgsIkciOjExNCwiQiI6MTk2fX0sIkxpbmVXZWlnaHQiOjEuMCwiTGluZVR5cGUiOjAsIlBhcmVudFN0eWxlIjpudWxsfSwiTWFyZ2luIjp7IiRpZCI6Ijc1MSIsIlRvcCI6MC4wLCJMZWZ0IjowLjAsIlJpZ2h0IjowLjAsIkJvdHRvbSI6MC4wfSwiUGFkZGluZyI6eyIkaWQiOiI3NTIiLCJUb3AiOjAuMCwiTGVmdCI6MC4wLCJSaWdodCI6MC4wLCJCb3R0b20iOjAuMH0sIkJhY2tncm91bmQiOm51bGwsIklzVmlzaWJsZSI6dHJ1ZSwiV2lkdGgiOjAuMCwiSGVpZ2h0IjowLjAsIkJvcmRlclN0eWxlIjp7IiRpZCI6Ijc1MyIsIkxpbmVDb2xvciI6bnVsbCwiTGluZVdlaWdodCI6MC4wLCJMaW5lVHlwZSI6MCwiUGFyZW50U3R5bGUiOm51bGx9LCJQYXJlbnRTdHlsZSI6bnVsbH0sIlNob3dFbGFwc2VkVGltZUdyYWRpZW50U3R5bGUiOmZhbHNlLCJUaW1lYmFuZFJlc2VydmVkTGVmdEFyZWFTdHlsZSI6eyIkaWQiOiI3NTQiLCJBY3Rpdml0eUhlYWRlcldpZHRoIjowLjAsIklzU2V0IjpmYWxzZX0sIkRlZmF1bHRTd2ltbGFuZVN0eWxlIjpudWxsfSwiU2NhbGUiOm51bGwsIlNjYWxlVjIiOnsiJGlkIjoiNzU1IiwiU3RhcnREYXRlIjoiMDAwMS0wMS0wMVQwMDowMDowMCIsIkVuZERhdGUiOiIyMDIwLTA4LTMxVDIzOjU5OjAwIiwiQXV0b0RhdGVSYW5nZSI6dHJ1ZSwiV29ya2luZ0RheXMiOjMxLCJGaXNjYWxZZWFyIjp7IiRpZCI6Ijc1NiIsIlN0YXJ0TW9udGgiOjEsIlVzZVN0YXJ0aW5nWWVhckZvck51bWJlcmluZyI6dHJ1ZSwiU2hvd0Zpc2NhbFllYXJMYWJlbCI6dHJ1ZX0sIlRvZGF5TWFya2VyVGV4dCI6IlRvZGF5IiwiQXV0b1NjYWxlVHlwZSI6dHJ1ZSwiVGltZWJhbmRTY2FsZXMiOnsiJGlkIjoiNzU3IiwiVG9wU2NhbGVMYXllciI6eyIkaWQiOiI3NTgiLCJGb3JtYXQiOiJNTU0iLCJUeXBlIjo0fSwiTWlkZGxlU2NhbGVMYXllciI6eyIkaWQiOiI3NTkiLCJGb3JtYXQiOm51bGwsIlR5cGUiOjB9LCJCb3R0b21TY2FsZUxheWVyIjp7IiRpZCI6Ijc2MCIsIkZvcm1hdCI6bnVsbCwiVHlwZSI6MH19fSwiTWlsZXN0b25lcyI6W3siJGlkIjoiNzYxIiwiRGF0ZSI6IjIwMTAtMDYtMDFUMjM6NTk6MDBaIiwiU3R5bGUiOnsiJGlkIjoiNzYyIiwiU2hhcGUiOjE3LCJDb25uZWN0b3JNYXJnaW4iOnsiJHJlZiI6IjY2NCJ9LCJDb25uZWN0b3JTdHlsZSI6eyIkaWQiOiI3NjMiLCJMaW5lQ29sb3IiOnsiJHJlZiI6IjY2NiJ9LCJMaW5lV2VpZ2h0IjoxLjAsIkxpbmVUeXBlIjowLCJQYXJlbnRTdHlsZSI6bnVsbH0sIklzQmVsb3dUaW1lYmFuZCI6ZmFsc2UsIlBvc2l0aW9uT25UYXNrIjowLCJIaWRlRGF0ZSI6ZmFsc2UsIlNoYXBlU2l6ZSI6MCwiU3BhY2luZyI6Mi4wLCJQYWRkaW5nIjp7IiRyZWYiOiI2NjgifSwiU2hhcGVTdHlsZSI6eyIkaWQiOiI3NjQiLCJNYXJnaW4iOnsiJHJlZiI6IjY3MCJ9LCJQYWRkaW5nIjp7IiRyZWYiOiI2NzEifSwiQmFja2dyb3VuZCI6eyIkaWQiOiI3NjUiLCJDb2xvciI6eyIkaWQiOiI3NjYiLCJBIjoyNTUsIlIiOjIwMSwiRyI6MjA0LCJCIjoyMDd9fSwiSXNWaXNpYmxlIjp0cnVlLCJXaWR0aCI6MTQuMCwiSGVpZ2h0IjoxNC4wLCJCb3JkZXJTdHlsZSI6eyIkaWQiOiI3NjciLCJMaW5lQ29sb3IiOnsiJHJlZiI6IjY3NSJ9LCJMaW5lV2VpZ2h0IjowLjAsIkxpbmVUeXBlIjowLCJQYXJlbnRTdHlsZSI6bnVsbH0sIlBhcmVudFN0eWxlIjpudWxsfSwiVGl0bGVTdHlsZSI6eyIkaWQiOiI3NjgiLCJGb250U2V0dGluZ3MiOnsiJGlkIjoiNzY5IiwiRm9udFNpemUiOjEzLCJGb250TmFtZSI6IlJvY2t3ZWxsIiwiSXNCb2xkIjpmYWxzZSwiSXNJdGFsaWMiOmZhbHNlLCJJc1VuZGVybGluZWQiOmZhbHNlLCJQYXJlbnRTdHlsZSI6bnVsbH0sIkF1dG9TaXplIjoyLCJGb3JlZ3JvdW5kIjp7IiRpZCI6Ijc3MCIsIkNvbG9yIjp7IiRpZCI6Ijc3MSIsIkEiOjI1NSwiUiI6MTkzLCJHIjozOSwiQiI6NDV9fSwiTWF4V2lkdGgiOjE2Mi40MTk5MjE4NzUsIk1heEhlaWdodCI6IkluZmluaXR5IiwiU21hcnRGb3JlZ3JvdW5kSXNBY3RpdmUiOmZhbHNlLCJIb3Jpem9udGFsQWxpZ25tZW50IjoxLCJWZXJ0aWNhbEFsaWdubWVudCI6MCwiU21hcnRGb3JlZ3JvdW5kIjpudWxsLCJCYWNrZ3JvdW5kRmlsbFR5cGUiOjAsIk1hcmdpbiI6eyIkcmVmIjoiNjgxIn0sIlBhZGRpbmciOnsiJHJlZiI6IjY4MiJ9LCJCYWNrZ3JvdW5kIjp7IiRpZCI6Ijc3MiIsIkNvbG9yIjp7IiRpZCI6Ijc3MyIsIkEiOjAsIlIiOjI1NSwiRyI6MjU1LCJCIjoyNTV9fSwiSXNWaXNpYmxlIjp0cnVlLCJXaWR0aCI6MC4wLCJIZWlnaHQiOjAuMCwiQm9yZGVyU3R5bGUiOnsiJGlkIjoiNzc0IiwiTGluZUNvbG9yIjpudWxsLCJMaW5lV2VpZ2h0IjowLjAsIkxpbmVUeXBlIjowLCJQYXJlbnRTdHlsZSI6bnVsbH0sIlBhcmVudFN0eWxlIjpudWxsfSwiRGF0ZVN0eWxlIjp7IiRpZCI6Ijc3NSIsIkZvbnRTZXR0aW5ncyI6eyIkaWQiOiI3NzYiLCJGb250U2l6ZSI6MTAsIkZvbnROYW1lIjoiVmVyZGFuYSIsIklzQm9sZCI6ZmFsc2UsIklzSXRhbGljIjpmYWxzZSwiSXNVbmRlcmxpbmVkIjpmYWxzZSwiUGFyZW50U3R5bGUiOm51bGx9LCJBdXRvU2l6ZSI6MCwiRm9yZWdyb3VuZCI6eyIkaWQiOiI3NzciLCJDb2xvciI6eyIkaWQiOiI3NzgiLCJBIjoyNTUsIlIiOjEyMCwiRyI6MTI4LCJCIjoxMzR9fSwiTWF4V2lkdGgiOjIwMC4wLCJNYXhIZWlnaHQiOiJJbmZpbml0eSIsIlNtYXJ0Rm9yZWdyb3VuZElzQWN0aXZlIjpmYWxzZSwiSG9yaXpvbnRhbEFsaWdubWVudCI6MSwiVmVydGljYWxBbGlnbm1lbnQiOjAsIlNtYXJ0Rm9yZWdyb3VuZCI6bnVsbCwiQmFja2dyb3VuZEZpbGxUeXBlIjowLCJNYXJnaW4iOnsiJHJlZiI6IjY4OCJ9LCJQYWRkaW5nIjp7IiRyZWYiOiI2ODkifSwiQmFja2dyb3VuZCI6eyIkaWQiOiI3NzkiLCJDb2xvciI6eyIkaWQiOiI3ODAiLCJBIjowLCJSIjoyNTUsIkciOjI1NSwiQiI6MjU1fX0sIklzVmlzaWJsZSI6dHJ1ZSwiV2lkdGgiOjAuMCwiSGVpZ2h0IjowLjAsIkJvcmRlclN0eWxlIjp7IiRpZCI6Ijc4MSIsIkxpbmVDb2xvciI6bnVsbCwiTGluZVdlaWdodCI6MC4wLCJMaW5lVHlwZSI6MCwiUGFyZW50U3R5bGUiOm51bGx9LCJQYXJlbnRTdHlsZSI6bnVsbH0sIkRhdGVGb3JtYXQiOnsiJGlkIjoiNzgyIiwiRm9ybWF0U3RyaW5nIjoieXl5eSIsIlNlcGFyYXRvciI6Ii8iLCJVc2VJbnRlcm5hdGlvbmFsRGF0ZUZvcm1hdCI6ZmFsc2UsIkRhdGVJc1Zpc2libGUiOnRydWUsIlRpbWVJc1Zpc2libGUiOmZhbHNlLCJIb3VyRGlnaXRzIjoxLCJBbVBtRGVzaWduYXRvciI6MiwiVHJpbTAwTWludXRlcyI6ZmFsc2UsIkxhc3RLbm93blZpc2liaWxpdHlTdGF0ZSI6eyIkaWQiOiI3ODMiLCJEYXRlUGFydElzVmlzaWJsZSI6dHJ1ZSwiVGltZVBhcnRJc1Zpc2libGUiOmZhbHNlfX0sIldlZWtOdW1iZXJpbmciOnsiJGlkIjoiNzg0IiwiRm9ybWF0IjowLCJJc1Zpc2libGUiOmZhbHNlLCJMYXN0S25vd25WaXNpYmlsaXR5U3RhdGUiOmZhbHNlfSwiSXNWaXNpYmxlIjp0cnVlLCJQYXJlbnRTdHlsZSI6bnVsbH0sIkluZGV4IjowLCJQZXJjZW50YWdlQ29tcGxldGUiOm51bGwsIlBvc2l0aW9uIjp7IlJhdGlvIjowLjA4NDExMTExMTExMTExMTEzNiwiSXNDdXN0b20iOnRydWV9LCJEYXRlRm9ybWF0Ijp7IiRyZWYiOiI3ODIifSwiV2Vla051bWJlcmluZyI6eyIkaWQiOiI3ODUiLCJGb3JtYXQiOjAsIklzVmlzaWJsZSI6ZmFsc2UsIkxhc3RLbm93blZpc2liaWxpdHlTdGF0ZSI6ZmFsc2V9LCJSZWxhdGVkVGFza0lkIjoiMDAwMDAwMDAtMDAwMC0wMDAwLTAwMDAtMDAwMDAwMDAwMDAwIiwiSWQiOiJiZjFhNWI4Ni1iOTQzLTQyYTQtOWFhMi1lZmFhMmEzMDM2NWYiLCJJbXBvcnRJZCI6IiIsIlRpdGxlIjoiV2Vic2l0ZSBvZiB0aGUgWWVhciBBd2FyZCIsIk5vdGUiOm51bGwsIkh5cGVybGluayI6eyIkaWQiOiI3ODYiLCJBZGRyZXNzIjpudWxsLCJTdWJBZGRyZXNzIjpudWxsfSwiSXNDaGFuZ2VkIjpmYWxzZSwiSXNOZXciOmZhbHNlfSx7IiRpZCI6Ijc4NyIsIkRhdGUiOiIyMDE0LTA5LTAxVDIzOjU5OjAwIiwiU3R5bGUiOnsiJGlkIjoiNzg4IiwiU2hhcGUiOjE3LCJDb25uZWN0b3JNYXJnaW4iOnsiJHJlZiI6IjY2NCJ9LCJDb25uZWN0b3JTdHlsZSI6eyIkaWQiOiI3ODkiLCJMaW5lQ29sb3IiOnsiJGlkIjoiNzkwIiwiJHR5cGUiOiJOTFJFLkNvbW1vbi5Eb20uU29saWRDb2xvckJydXNoLCBOTFJFLkNvbW1vbiIsIkNvbG9yIjp7IiRpZCI6Ijc5MSIsIkEiOjEyNywiUiI6MTY1LCJHIjoxNjUsIkIiOjE2NX19LCJMaW5lV2VpZ2h0IjoxLjAsIkxpbmVUeXBlIjowLCJQYXJlbnRTdHlsZSI6bnVsbH0sIklzQmVsb3dUaW1lYmFuZCI6ZmFsc2UsIlBvc2l0aW9uT25UYXNrIjowLCJIaWRlRGF0ZSI6ZmFsc2UsIlNoYXBlU2l6ZSI6MCwiU3BhY2luZyI6Mi4wLCJQYWRkaW5nIjp7IiRyZWYiOiI2NjgifSwiU2hhcGVTdHlsZSI6eyIkaWQiOiI3OTIiLCJNYXJnaW4iOnsiJHJlZiI6IjY3MCJ9LCJQYWRkaW5nIjp7IiRyZWYiOiI2NzEifSwiQmFja2dyb3VuZCI6eyIkaWQiOiI3OTMiLCJDb2xvciI6eyIkaWQiOiI3OTQiLCJBIjoyNTUsIlIiOjIwMSwiRyI6MjA0LCJCIjoyMDd9fSwiSXNWaXNpYmxlIjp0cnVlLCJXaWR0aCI6MTQuMCwiSGVpZ2h0IjoxNC4wLCJCb3JkZXJTdHlsZSI6eyIkaWQiOiI3OTUiLCJMaW5lQ29sb3IiOnsiJHJlZiI6IjY3NSJ9LCJMaW5lV2VpZ2h0IjowLjAsIkxpbmVUeXBlIjowLCJQYXJlbnRTdHlsZSI6bnVsbH0sIlBhcmVudFN0eWxlIjpudWxsfSwiVGl0bGVTdHlsZSI6eyIkaWQiOiI3OTYiLCJGb250U2V0dGluZ3MiOnsiJGlkIjoiNzk3IiwiRm9udFNpemUiOjEzLCJGb250TmFtZSI6IlJvY2t3ZWxsIiwiSXNCb2xkIjpmYWxzZSwiSXNJdGFsaWMiOmZhbHNlLCJJc1VuZGVybGluZWQiOmZhbHNlLCJQYXJlbnRTdHlsZSI6bnVsbH0sIkF1dG9TaXplIjoyLCJGb3JlZ3JvdW5kIjp7IiRpZCI6Ijc5OCIsIkNvbG9yIjp7IiRpZCI6Ijc5OSIsIkEiOjI1NSwiUiI6MTkzLCJHIjozOSwiQiI6NDV9fSwiTWF4V2lkdGgiOjE3Mi45NzUyMDQ0Njc3NzM0NCwiTWF4SGVpZ2h0IjoiSW5maW5pdHkiLCJTbWFydEZvcmVncm91bmRJc0FjdGl2ZSI6ZmFsc2UsIkhvcml6b250YWxBbGlnbm1lbnQiOjEsIlZlcnRpY2FsQWxpZ25tZW50IjowLCJTbWFydEZvcmVncm91bmQiOm51bGwsIkJhY2tncm91bmRGaWxsVHlwZSI6MCwiTWFyZ2luIjp7IiRyZWYiOiI2ODEifSwiUGFkZGluZyI6eyIkcmVmIjoiNjgyIn0sIkJhY2tncm91bmQiOnsiJGlkIjoiODAwIiwiQ29sb3IiOnsiJGlkIjoiODAxIiwiQSI6MCwiUiI6MjU1LCJHIjoyNTUsIkIiOjI1NX19LCJJc1Zpc2libGUiOnRydWUsIldpZHRoIjowLjAsIkhlaWdodCI6MC4wLCJCb3JkZXJTdHlsZSI6eyIkaWQiOiI4MDIiLCJMaW5lQ29sb3IiOm51bGwsIkxpbmVXZWlnaHQiOjAuMCwiTGluZVR5cGUiOjAsIlBhcmVudFN0eWxlIjpudWxsfSwiUGFyZW50U3R5bGUiOm51bGx9LCJEYXRlU3R5bGUiOnsiJGlkIjoiODAzIiwiRm9udFNldHRpbmdzIjp7IiRpZCI6IjgwNCIsIkZvbnRTaXplIjoxMCwiRm9udE5hbWUiOiJWZXJkYW5hIiwiSXNCb2xkIjpmYWxzZSwiSXNJdGFsaWMiOmZhbHNlLCJJc1VuZGVybGluZWQiOmZhbHNlLCJQYXJlbnRTdHlsZSI6bnVsbH0sIkF1dG9TaXplIjowLCJGb3JlZ3JvdW5kIjp7IiRpZCI6IjgwNSIsIkNvbG9yIjp7IiRpZCI6IjgwNiIsIkEiOjI1NSwiUiI6MTIwLCJHIjoxMjgsIkIiOjEzNH19LCJNYXhXaWR0aCI6MjAwLjAsIk1heEhlaWdodCI6IkluZmluaXR5IiwiU21hcnRGb3JlZ3JvdW5kSXNBY3RpdmUiOmZhbHNlLCJIb3Jpem9udGFsQWxpZ25tZW50IjoxLCJWZXJ0aWNhbEFsaWdubWVudCI6MCwiU21hcnRGb3JlZ3JvdW5kIjpudWxsLCJCYWNrZ3JvdW5kRmlsbFR5cGUiOjAsIk1hcmdpbiI6eyIkcmVmIjoiNjg4In0sIlBhZGRpbmciOnsiJHJlZiI6IjY4OSJ9LCJCYWNrZ3JvdW5kIjp7IiRpZCI6IjgwNyIsIkNvbG9yIjp7IiRpZCI6IjgwOCIsIkEiOjAsIlIiOjI1NSwiRyI6MjU1LCJCIjoyNTV9fSwiSXNWaXNpYmxlIjp0cnVlLCJXaWR0aCI6MC4wLCJIZWlnaHQiOjAuMCwiQm9yZGVyU3R5bGUiOnsiJGlkIjoiODA5IiwiTGluZUNvbG9yIjpudWxsLCJMaW5lV2VpZ2h0IjowLjAsIkxpbmVUeXBlIjowLCJQYXJlbnRTdHlsZSI6bnVsbH0sIlBhcmVudFN0eWxlIjpudWxsfSwiRGF0ZUZvcm1hdCI6eyIkaWQiOiI4MTAiLCJGb3JtYXRTdHJpbmciOiJ5eXl5IiwiU2VwYXJhdG9yIjoiLyIsIlVzZUludGVybmF0aW9uYWxEYXRlRm9ybWF0IjpmYWxzZSwiRGF0ZUlzVmlzaWJsZSI6dHJ1ZSwiVGltZUlzVmlzaWJsZSI6ZmFsc2UsIkhvdXJEaWdpdHMiOjEsIkFtUG1EZXNpZ25hdG9yIjoyLCJUcmltMDBNaW51dGVzIjpmYWxzZSwiTGFzdEtub3duVmlzaWJpbGl0eVN0YXRlIjp7IiRpZCI6IjgxMSIsIkRhdGVQYXJ0SXNWaXNpYmxlIjp0cnVlLCJUaW1lUGFydElzVmlzaWJsZSI6ZmFsc2V9fSwiV2Vla051bWJlcmluZyI6eyIkaWQiOiI4MTIiLCJGb3JtYXQiOjAsIklzVmlzaWJsZSI6ZmFsc2UsIkxhc3RLbm93blZpc2liaWxpdHlTdGF0ZSI6ZmFsc2V9LCJJc1Zpc2libGUiOnRydWUsIlBhcmVudFN0eWxlIjpudWxsfSwiSW5kZXgiOjEsIlBlcmNlbnRhZ2VDb21wbGV0ZSI6bnVsbCwiUG9zaXRpb24iOnsiUmF0aW8iOjAuMDg0MTExMTExMTExMTExMDY3LCJJc0N1c3RvbSI6ZmFsc2V9LCJEYXRlRm9ybWF0Ijp7IiRyZWYiOiI4MTAifSwiV2Vla051bWJlcmluZyI6eyIkaWQiOiI4MTMiLCJGb3JtYXQiOjAsIklzVmlzaWJsZSI6ZmFsc2UsIkxhc3RLbm93blZpc2liaWxpdHlTdGF0ZSI6ZmFsc2V9LCJSZWxhdGVkVGFza0lkIjoiMDAwMDAwMDAtMDAwMC0wMDAwLTAwMDAtMDAwMDAwMDAwMDAwIiwiSWQiOiIyOTQ4MzQ3Ny03NWYyLTQxMGMtODY4Ni02MTQ5YTAzYTEzYzMiLCJJbXBvcnRJZCI6IiIsIlRpdGxlIjoiT3V0c3RhbmRpbmcgQXBwIEF3YXJkIiwiTm90ZSI6bnVsbCwiSHlwZXJsaW5rIjp7IiRpZCI6IjgxNCIsIkFkZHJlc3MiOm51bGwsIlN1YkFkZHJlc3MiOm51bGx9LCJJc0NoYW5nZWQiOmZhbHNlLCJJc05ldyI6ZmFsc2V9LHsiJGlkIjoiODE1IiwiRGF0ZSI6IjIwMTgtMDQtMDFUMjM6NTk6MDAiLCJTdHlsZSI6eyIkaWQiOiI4MTYiLCJTaGFwZSI6MTcsIkNvbm5lY3Rvck1hcmdpbiI6eyIkcmVmIjoiNjY0In0sIkNvbm5lY3RvclN0eWxlIjp7IiRpZCI6IjgxNyIsIkxpbmVDb2xvciI6eyIkcmVmIjoiNjY2In0sIkxpbmVXZWlnaHQiOjEuMCwiTGluZVR5cGUiOjAsIlBhcmVudFN0eWxlIjpudWxsfSwiSXNCZWxvd1RpbWViYW5kIjpmYWxzZSwiUG9zaXRpb25PblRhc2siOjAsIkhpZGVEYXRlIjpmYWxzZSwiU2hhcGVTaXplIjowLCJTcGFjaW5nIjoyLjAsIlBhZGRpbmciOnsiJHJlZiI6IjY2OCJ9LCJTaGFwZVN0eWxlIjp7IiRpZCI6IjgxOCIsIk1hcmdpbiI6eyIkcmVmIjoiNjcwIn0sIlBhZGRpbmciOnsiJHJlZiI6IjY3MSJ9LCJCYWNrZ3JvdW5kIjp7IiRpZCI6IjgxOSIsIkNvbG9yIjp7IiRpZCI6IjgyMCIsIkEiOjI1NSwiUiI6MjAxLCJHIjoyMDQsIkIiOjIwN319LCJJc1Zpc2libGUiOnRydWUsIldpZHRoIjoxNC4wLCJIZWlnaHQiOjE0LjAsIkJvcmRlclN0eWxlIjp7IiRpZCI6IjgyMSIsIkxpbmVDb2xvciI6eyIkcmVmIjoiNjc1In0sIkxpbmVXZWlnaHQiOjAuMCwiTGluZVR5cGUiOjAsIlBhcmVudFN0eWxlIjpudWxsfSwiUGFyZW50U3R5bGUiOm51bGx9LCJUaXRsZVN0eWxlIjp7IiRpZCI6IjgyMiIsIkZvbnRTZXR0aW5ncyI6eyIkaWQiOiI4MjMiLCJGb250U2l6ZSI6MTMsIkZvbnROYW1lIjoiUm9ja3dlbGwiLCJJc0JvbGQiOmZhbHNlLCJJc0l0YWxpYyI6ZmFsc2UsIklzVW5kZXJsaW5lZCI6ZmFsc2UsIlBhcmVudFN0eWxlIjpudWxsfSwiQXV0b1NpemUiOjIsIkZvcmVncm91bmQiOnsiJGlkIjoiODI0IiwiQ29sb3IiOnsiJGlkIjoiODI1IiwiQSI6MjU1LCJSIjoxOTMsIkciOjM5LCJCIjo0NX19LCJNYXhXaWR0aCI6MTIyLjg0MTg4ODQyNzczNDM4LCJNYXhIZWlnaHQiOiJJbmZpbml0eSIsIlNtYXJ0Rm9yZWdyb3VuZElzQWN0aXZlIjpmYWxzZSwiSG9yaXpvbnRhbEFsaWdubWVudCI6MSwiVmVydGljYWxBbGlnbm1lbnQiOjAsIlNtYXJ0Rm9yZWdyb3VuZCI6bnVsbCwiQmFja2dyb3VuZEZpbGxUeXBlIjowLCJNYXJnaW4iOnsiJHJlZiI6IjY4MSJ9LCJQYWRkaW5nIjp7IiRyZWYiOiI2ODIifSwiQmFja2dyb3VuZCI6eyIkaWQiOiI4MjYiLCJDb2xvciI6eyIkaWQiOiI4MjciLCJBIjowLCJSIjoyNTUsIkciOjI1NSwiQiI6MjU1fX0sIklzVmlzaWJsZSI6dHJ1ZSwiV2lkdGgiOjAuMCwiSGVpZ2h0IjowLjAsIkJvcmRlclN0eWxlIjp7IiRpZCI6IjgyOCIsIkxpbmVDb2xvciI6bnVsbCwiTGluZVdlaWdodCI6MC4wLCJMaW5lVHlwZSI6MCwiUGFyZW50U3R5bGUiOm51bGx9LCJQYXJlbnRTdHlsZSI6bnVsbH0sIkRhdGVTdHlsZSI6eyIkaWQiOiI4MjkiLCJGb250U2V0dGluZ3MiOnsiJGlkIjoiODMwIiwiRm9udFNpemUiOjEwLCJGb250TmFtZSI6IlZlcmRhbmEiLCJJc0JvbGQiOmZhbHNlLCJJc0l0YWxpYyI6ZmFsc2UsIklzVW5kZXJsaW5lZCI6ZmFsc2UsIlBhcmVudFN0eWxlIjpudWxsfSwiQXV0b1NpemUiOjAsIkZvcmVncm91bmQiOnsiJGlkIjoiODMxIiwiQ29sb3IiOnsiJGlkIjoiODMyIiwiQSI6MjU1LCJSIjoxMjAsIkciOjEyOCwiQiI6MTM0fX0sIk1heFdpZHRoIjoyMDAuMCwiTWF4SGVpZ2h0IjoiSW5maW5pdHkiLCJTbWFydEZvcmVncm91bmRJc0FjdGl2ZSI6ZmFsc2UsIkhvcml6b250YWxBbGlnbm1lbnQiOjEsIlZlcnRpY2FsQWxpZ25tZW50IjowLCJTbWFydEZvcmVncm91bmQiOm51bGwsIkJhY2tncm91bmRGaWxsVHlwZSI6MCwiTWFyZ2luIjp7IiRyZWYiOiI2ODgifSwiUGFkZGluZyI6eyIkcmVmIjoiNjg5In0sIkJhY2tncm91bmQiOnsiJGlkIjoiODMzIiwiQ29sb3IiOnsiJGlkIjoiODM0IiwiQSI6MCwiUiI6MjU1LCJHIjoyNTUsIkIiOjI1NX19LCJJc1Zpc2libGUiOnRydWUsIldpZHRoIjowLjAsIkhlaWdodCI6MC4wLCJCb3JkZXJTdHlsZSI6eyIkaWQiOiI4MzUiLCJMaW5lQ29sb3IiOm51bGwsIkxpbmVXZWlnaHQiOjAuMCwiTGluZVR5cGUiOjAsIlBhcmVudFN0eWxlIjpudWxsfSwiUGFyZW50U3R5bGUiOm51bGx9LCJEYXRlRm9ybWF0Ijp7IiRpZCI6IjgzNiIsIkZvcm1hdFN0cmluZyI6Inl5eXkiLCJTZXBhcmF0b3IiOiIvIiwiVXNlSW50ZXJuYXRpb25hbERhdGVGb3JtYXQiOmZhbHNlLCJEYXRlSXNWaXNpYmxlIjp0cnVlLCJUaW1lSXNWaXNpYmxlIjpmYWxzZSwiSG91ckRpZ2l0cyI6MSwiQW1QbURlc2lnbmF0b3IiOjIsIlRyaW0wME1pbnV0ZXMiOmZhbHNlLCJMYXN0S25vd25WaXNpYmlsaXR5U3RhdGUiOnsiJGlkIjoiODM3IiwiRGF0ZVBhcnRJc1Zpc2libGUiOnRydWUsIlRpbWVQYXJ0SXNWaXNpYmxlIjpmYWxzZX19LCJXZWVrTnVtYmVyaW5nIjp7IiRpZCI6IjgzOCIsIkZvcm1hdCI6MCwiSXNWaXNpYmxlIjpmYWxzZSwiTGFzdEtub3duVmlzaWJpbGl0eVN0YXRlIjpmYWxzZX0sIklzVmlzaWJsZSI6dHJ1ZSwiUGFyZW50U3R5bGUiOm51bGx9LCJJbmRleCI6MiwiUGVyY2VudGFnZUNvbXBsZXRlIjpudWxsLCJQb3NpdGlvbiI6eyJSYXRpbyI6MC4wODQxMTExMTExMTExMTExMzYsIklzQ3VzdG9tIjp0cnVlfSwiRGF0ZUZvcm1hdCI6eyIkcmVmIjoiODM2In0sIldlZWtOdW1iZXJpbmciOnsiJGlkIjoiODM5IiwiRm9ybWF0IjowLCJJc1Zpc2libGUiOmZhbHNlLCJMYXN0S25vd25WaXNpYmlsaXR5U3RhdGUiOmZhbHNlfSwiUmVsYXRlZFRhc2tJZCI6IjAwMDAwMDAwLTAwMDAtMDAwMC0wMDAwLTAwMDAwMDAwMDAwMCIsIklkIjoiZDI0ZGUwMjktZTQ3ZS00MmU5LTljNTgtMzdmMzVkYjU1MzU4IiwiSW1wb3J0SWQiOiIiLCJUaXRsZSI6IkJlc3QgUHJvZHVjdCBBd2FyZCIsIk5vdGUiOm51bGwsIkh5cGVybGluayI6eyIkaWQiOiI4NDAiLCJBZGRyZXNzIjpudWxsLCJTdWJBZGRyZXNzIjpudWxsfSwiSXNDaGFuZ2VkIjpmYWxzZSwiSXNOZXciOmZhbHNlfV0sIlRhc2tzIjpbXSwiU3dpbWxhbmVzIjpbXSwiTXNQcm9qZWN0SXRlbXNUcmVlIjp7IiRpZCI6Ijg0MSIsIlJvb3QiOnsiSW1wb3J0SWQiOm51bGwsIklzSW1wb3J0ZWQiOmZhbHNlLCJDaGlsZHJlbiI6W119fSwiTWV0YWRhdGEiOnsiJGlkIjoiODQyIiwiUmVjZW50Q29sb3JzQ29sbGVjdGlvbiI6IltdIiwiU291cmNlVGVtcGxhdGUiOiJ7XCIkaWRcIjpcIjFcIixcIklkXCI6XCJjYzI2Zjg2My0yN2NlLTQ4MGUtYTU4OS1iM2YxMmYyZDZlYjBcIixcIkN1bHR1cmVJbmZvTmFtZVwiOlwiZW4tVVNcIixcIlZlcnNpb25cIjp7XCIkaWRcIjpcIjJcIixcIlRlbXBsYXRlRG9tVmVyc2lvblwiOlwiMS4yLjBcIn0sXCJFZmZlY3RcIjoxLFwiU3R5bGVcIjp7XCIkaWRcIjpcIjNcIixcIlRpbWViYW5kU3R5bGVcIjp7XCIkaWRcIjpcIjRcIixcIlNjYWxlTWFya2luZ1wiOjEsXCJTaGFwZVwiOjEwLFwiU2hhcGVTdHlsZVwiOntcIiRpZFwiOlwiNVwiLFwiTWFyZ2luXCI6e1wiJGlkXCI6XCI2XCIsXCJUb3BcIjowLjAsXCJMZWZ0XCI6MTAuMCxcIlJpZ2h0XCI6MTAuMCxcIkJvdHRvbVwiOjAuMH0sXCJQYWRkaW5nXCI6e1wiJGlkXCI6XCI3XCIsXCJUb3BcIjozLjAsXCJMZWZ0XCI6MC4wLFwiUmlnaHRcIjowLjAsXCJCb3R0b21cIjozLjB9LFwiQmFja2dyb3VuZFwiOntcIiRpZFwiOlwiOFwiLFwiQ29sb3JcIjp7XCIkaWRcIjpcIjlcIixcIkFcIjoyNTUsXCJSXCI6NjgsXCJHXCI6ODQsXCJCXCI6MTA2fX0sXCJJc1Zpc2libGVcIjp0cnVlLFwiV2lkdGhcIjo4NTguMCxcIkhlaWdodFwiOjIwLjAsXCJCb3JkZXJTdHlsZVwiOntcIiRpZFwiOlwiMTBcIixcIkxpbmVDb2xvclwiOntcIiRpZFwiOlwiMTFcIixcIiR0eXBlXCI6XCJOTFJFLkNvbW1vbi5Eb20uU29saWRDb2xvckJydXNoLCBOTFJFLkNvbW1vblwiLFwiQ29sb3JcIjp7XCIkaWRcIjpcIjEyXCIsXCJBXCI6MjU1LFwiUlwiOjI1NSxcIkdcIjowLFwiQlwiOjB9fSxcIkxpbmVXZWlnaHRcIjowLjAsXCJMaW5lVHlwZVwiOjB9fSxcIk1pZGRsZVRpZXJTaGFwZVN0eWxlXCI6e1wiJGlkXCI6XCIxM1wiLFwiTWFyZ2luXCI6e1wiJGlkXCI6XCIxNFwiLFwiVG9wXCI6MC4wLFwiTGVmdFwiOjEwLjAsXCJSaWdodFwiOjEwLjAsXCJCb3R0b21cIjowLjB9LFwiUGFkZGluZ1wiOntcIiRpZFwiOlwiMTVcIixcIlRvcFwiOjMuMCxcIkxlZnRcIjowLjAsXCJSaWdodFwiOjAuMCxcIkJvdHRvbVwiOjMuMH0sXCJCYWNrZ3JvdW5kXCI6e1wiJGlkXCI6XCIxNlwiLFwiQ29sb3JcIjp7XCIkaWRcIjpcIjE3XCIsXCJBXCI6MjU1LFwiUlwiOjY4LFwiR1wiOjg0LFwiQlwiOjEwNn19LFwiSXNWaXNpYmxlXCI6dHJ1ZSxcIldpZHRoXCI6ODU4LjAsXCJIZWlnaHRcIjoy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zLjAsXCJMZWZ0XCI6MC4wLFwiUmlnaHRcIjowLjAsXCJCb3R0b21cIjozLjB9LFwiQmFja2dyb3VuZFwiOntcIiRpZFwiOlwiMjRcIixcIkNvbG9yXCI6e1wiJGlkXCI6XCIyNVwiLFwiQVwiOjI1NSxcIlJcIjo2OCxcIkdcIjo4NCxcIkJcIjoxMDZ9fSxcIklzVmlzaWJsZVwiOnRydWUsXCJXaWR0aFwiOjg1OC4wLFwiSGVpZ2h0XCI6MjAuMCxcIkJvcmRlclN0eWxlXCI6e1wiJGlkXCI6XCIyNlwiLFwiTGluZUNvbG9yXCI6e1wiJGlkXCI6XCIyN1wiLFwiJHR5cGVcIjpcIk5MUkUuQ29tbW9uLkRvbS5Tb2xpZENvbG9yQnJ1c2gsIE5MUkUuQ29tbW9uXCIsXCJDb2xvclwiOntcIiRpZFwiOlwiMjhcIixcIkFcIjoyNTUsXCJSXCI6MjU1LFwiR1wiOjAsXCJCXCI6MH19LFwiTGluZVdlaWdodFwiOjAuMCxcIkxpbmVUeXBlXCI6MH19LFwiUmlnaHRFbmRDYXBzU3R5bGVcIjp7XCIkaWRcIjpcIjI5XCIsXCJGb250U2V0dGluZ3NcIjp7XCIkaWRcIjpcIjMwXCIsXCJGb250U2l6ZVwiOjE4LFwiRm9udE5hbWVcIjpcIkNhbGlicmlcIixcIklzQm9sZFwiOnRydWUsXCJJc0l0YWxpY1wiOmZhbHNlLFwiSXNVbmRlcmxpbmVkXCI6ZmFsc2V9LFwiQXV0b1NpemVcIjowLFwiRm9yZWdyb3VuZFwiOntcIiRpZFwiOlwiMzFcIixcIkNvbG9yXCI6e1wiJGlkXCI6XCIzMl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wLFwiUlwiOjAsXCJHXCI6MCxcIkJcIjowfX0sXCJJc1Zpc2libGVcIjp0cnVlLFwiV2lkdGhcIjowLjAsXCJIZWlnaHRcIjowLjAsXCJCb3JkZXJTdHlsZVwiOm51bGx9LFwiTGVmdEVuZENhcHNTdHlsZVwiOntcIiRpZFwiOlwiMzdcIixcIkZvbnRTZXR0aW5nc1wiOntcIiRpZFwiOlwiMzhcIixcIkZvbnRTaXplXCI6MTgsXCJGb250TmFtZVwiOlwiQ2FsaWJyaVwiLFwiSXNCb2xkXCI6dHJ1ZSxcIklzSXRhbGljXCI6ZmFsc2UsXCJJc1VuZGVybGluZWRcIjpmYWxzZX0sXCJBdXRvU2l6ZVwiOjAsXCJGb3JlZ3JvdW5kXCI6e1wiJGlkXCI6XCIzOVwiLFwiQ29sb3JcIjp7XCIkaWRcIjpcIjQw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QxXCIsXCJUb3BcIjowLjAsXCJMZWZ0XCI6MjAuMCxcIlJpZ2h0XCI6MC4wLFwiQm90dG9tXCI6MC4wfSxcIlBhZGRpbmdcIjp7XCIkaWRcIjpcIjQyXCIsXCJUb3BcIjowLjAsXCJMZWZ0XCI6MC4wLFwiUmlnaHRcIjowLjAsXCJCb3R0b21cIjowLjB9LFwiQmFja2dyb3VuZFwiOntcIiRpZFwiOlwiNDNcIixcIkNvbG9yXCI6e1wiJHJlZlwiOlwiMzZcIn19LFwiSXNWaXNpYmxlXCI6ZmFsc2UsXCJXaWR0aFwiOjAuMCxcIkhlaWdodFwiOjAuMCxcIkJvcmRlclN0eWxlXCI6bnVsbH0sXCJUb2RheVRleHRTdHlsZVwiOntcIiRpZFwiOlwiNDRcIixcIkZvbnRTZXR0aW5nc1wiOntcIiRpZFwiOlwiNDVcIixcIkZvbnRTaXplXCI6MTIsXCJGb250TmFtZVwiOlwiQ2FsaWJyaVwiLFwiSXNCb2xkXCI6ZmFsc2UsXCJJc0l0YWxpY1wiOmZhbHNlLFwiSXNVbmRlcmxpbmVkXCI6ZmFsc2V9LFwiQXV0b1NpemVcIjowLFwiRm9yZWdyb3VuZFwiOntcIiRpZFwiOlwiNDZcIixcIkNvbG9yXCI6e1wiJGlkXCI6XCI0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FwiLFwiVG9wXCI6MC4wLFwiTGVmdFwiOjAuMCxcIlJpZ2h0XCI6MC4wLFwiQm90dG9tXCI6MC4wfSxcIlBhZGRpbmdcIjp7XCIkaWRcIjpcIjQ5XCIsXCJUb3BcIjowLjAsXCJMZWZ0XCI6MC4wLFwiUmlnaHRcIjowLjAsXCJCb3R0b21cIjowLjB9LFwiQmFja2dyb3VuZFwiOntcIiRpZFwiOlwiNTBcIixcIkNvbG9yXCI6e1wiJHJlZlwiOlwiMzZcIn19LFwiSXNWaXNpYmxlXCI6dHJ1ZSxcIldpZHRoXCI6MC4wLFwiSGVpZ2h0XCI6MC4wLFwiQm9yZGVyU3R5bGVcIjpudWxsfSxcIlRvZGF5TWFya2VyU3R5bGVcIjp7XCIkaWRcIjpcIjUxXCIsXCJNYXJnaW5cIjp7XCIkaWRcIjpcIjUyXCIsXCJUb3BcIjowLjAsXCJMZWZ0XCI6MC4wLFwiUmlnaHRcIjowLjAsXCJCb3R0b21cIjowLjB9LFwiUGFkZGluZ1wiOntcIiRpZFwiOlwiNTNcIixcIlRvcFwiOjAuMCxcIkxlZnRcIjowLjAsXCJSaWdodFwiOjAuMCxcIkJvdHRvbVwiOjAuMH0sXCJCYWNrZ3JvdW5kXCI6e1wiJGlkXCI6XCI1NFwiLFwiQ29sb3JcIjp7XCIkaWRcIjpcIjU1XCIsXCJBXCI6MjU1LFwiUlwiOjI1NSxcIkdcIjowLFwiQlwiOjB9fSxcIklzVmlzaWJsZVwiOnRydWUsXCJXaWR0aFwiOjAuMCxcIkhlaWdodFwiOjAuMCxcIkJvcmRlclN0eWxlXCI6bnVsbH0sXCJTY2FsZVN0eWxlXCI6e1wiJGlkXCI6XCI1NlwiLFwiU2hvd1NlZ21lbnRTZXBhcmF0b3JzXCI6ZmFsc2UsXCJTZWdtZW50U2VwYXJhdG9yT3BhY2l0eVwiOjMwLFwiU2hhcGVcIjozLFwiSGFzQmVlblZpc2libGVCZWZvcmVcIjp0cnVlLFwiRm9udFNldHRpbmdzXCI6e1wiJGlkXCI6XCI1N1wiLFwiRm9udFNpemVcIjoxMixcIkZvbnROYW1lXCI6XCJDYWxpYnJpXCIsXCJJc0JvbGRcIjpmYWxzZSxcIklzSXRhbGljXCI6ZmFsc2UsXCJJc1VuZGVybGluZWRcIjpmYWxzZX0sXCJBdXRvU2l6ZVwiOjAsXCJGb3JlZ3JvdW5kXCI6e1wiJGlkXCI6XCI1OFwiLFwiQ29sb3JcIjp7XCIkaWRcIjpcIjU5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wXCIsXCJUb3BcIjowLjAsXCJMZWZ0XCI6NS4wLFwiUmlnaHRcIjowLjAsXCJCb3R0b21cIjowLjB9LFwiUGFkZGluZ1wiOntcIiRpZFwiOlwiNjFcIixcIlRvcFwiOjAuMCxcIkxlZnRcIjowLjAsXCJSaWdodFwiOjAuMCxcIkJvdHRvbVwiOjAuMH0sXCJCYWNrZ3JvdW5kXCI6e1wiJGlkXCI6XCI2MlwiLFwiQ29sb3JcIjp7XCIkcmVmXCI6XCIzNlwifX0sXCJJc1Zpc2libGVcIjp0cnVlLFwiV2lkdGhcIjowLjAsXCJIZWlnaHRcIjowLjAsXCJCb3JkZXJTdHlsZVwiOm51bGx9LFwiTWlkZGxlVGllclNjYWxlU3R5bGVcIjp7XCIkaWRcIjpcIjYzXCIsXCJTaG93U2VnbWVudFNlcGFyYXRvcnNcIjpmYWxz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mZhbHNlLFwiU2VnbWVudFNlcGFyYXRvck9wYWNpdHlcIjozMCxcIlNoYXBlXCI6MyxcIkhhc0JlZW5WaXNpYmxlQmVmb3JlXCI6ZmFsc2UsXCJGb250U2V0dGluZ3NcIjp7XCIkaWRcIjpcIjcyXCIsXCJGb250U2l6ZVwiOjEy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wLFwiUlwiOjAsXCJHXCI6MCxcIkJcIjowfX0sXCJJc1Zpc2libGVcIjpmYWxzZSxcIldpZHRoXCI6MC4wLFwiSGVpZ2h0XCI6MC4wLFwiQm9yZGVyU3R5bGVcIjpudWxsfSxcIlNpbmdsZVNjYWxlU2hhcGVTdHlsZVwiOm51bGwsXCJFbGFwc2VkVGltZUJhY2tncm91bmRcIjp7XCIkaWRcIjpcIjc5XCIsXCJDb2xvclwiOntcIiRpZFwiOlwiODBcIixcIkFcIjoxOTEsXCJSXCI6MjU1LFwiR1wiOjAsXCJCXCI6MH19LFwiQXBwZW5kWWVhck9uWWVhckNoYW5nZVwiOmZhbHNlLFwiRWxhcHNlZFRpbWVGb3JtYXRcIjoyLFwiVG9kYXlNYXJrZXJQb3NpdGlvblwiOjMsXCJRdWlja1Bvc2l0aW9uXCI6MixcIkFic29sdXRlUG9zaXRpb25cIjo0MDUuMCxcIk1hcmdpblwiOntcIiRpZFwiOlwiODFcIixcIlRvcFwiOjAuMCxcIkxlZnRcIjoxMC4wLFwiUmlnaHRcIjoxMC4wLFwiQm90dG9tXCI6MC4wfSxcIlBhZGRpbmdcIjp7XCIkaWRcIjpcIjgyXCIsXCJUb3BcIjowLjAsXCJMZWZ0XCI6MC4wLFwiUmlnaHRcIjowLjAsXCJCb3R0b21cIjowLjB9LFwiQmFja2dyb3VuZFwiOntcIiRpZFwiOlwiODNcIixcIkNvbG9yXCI6e1wiJGlkXCI6XCI4NFwiLFwiQVwiOjI1NSxcIlJcIjo0NyxcIkdcIjo1NCxcIkJcIjoxNTN9fSxcIklzVmlzaWJsZVwiOnRydWUsXCJXaWR0aFwiOjAuMCxcIkhlaWdodFwiOjAuMCxcIkJvcmRlclN0eWxlXCI6bnVsbH0sXCJEZWZhdWx0TWlsZXN0b25lU3R5bGVcIjp7XCIkaWRcIjpcIjg1XCIsXCJTaGFwZVwiOjIsXCJDb25uZWN0b3JNYXJnaW5cIjp7XCIkaWRcIjpcIjg2XCIsXCJUb3BcIjowLjAsXCJMZWZ0XCI6Mi4wLFwiUmlnaHRcIjoyLjAsXCJCb3R0b21cIjowLjB9LFwiQ29ubmVjdG9yU3R5bGVcIjp7XCIkaWRcIjpcIjg3XCIsXCJMaW5lQ29sb3JcIjp7XCIkaWRcIjpcIjg4XCIsXCIkdHlwZVwiOlwiTkxSRS5Db21tb24uRG9tLlNvbGlkQ29sb3JCcnVzaCwgTkxSRS5Db21tb25cIixcIkNvbG9yXCI6e1wiJGlkXCI6XCI4OVwiLFwiQVwiOjEyNyxcIlJcIjo3OSxcIkdcIjoxMjksXCJCXCI6MTg5fX0sXCJMaW5lV2VpZ2h0XCI6MS4wLFwiTGluZVR5cGVcIjowfSxcIklzQmVsb3dUaW1lYmFuZFwiOmZhbHNlLFwiSGlkZURhdGVcIjpmYWxzZSxcIlNoYXBlU2l6ZVwiOjEsXCJTcGFjaW5nXCI6Mi4wLFwiUGFkZGluZ1wiOntcIiRpZFwiOlwiOTBcIixcIlRvcFwiOjcuMCxcIkxlZnRcIjozLjAsXCJSaWdodFwiOjAuMCxcIkJvdHRvbVwiOjIuMH0sXCJQb3NpdGlvblwiOm51bGwsXCJQb3NpdGlvbk9uVGFza1wiOjAsXCJTaGFwZVN0eWxlXCI6e1wiJGlkXCI6XCI5MVwiLFwiTWFyZ2luXCI6e1wiJGlkXCI6XCI5MlwiLFwiVG9wXCI6MC4wLFwiTGVmdFwiOjAuMCxcIlJpZ2h0XCI6MC4wLFwiQm90dG9tXCI6MC4wfSxcIlBhZGRpbmdcIjp7XCIkaWRcIjpcIjkzXCIsXCJUb3BcIjowLjAsXCJMZWZ0XCI6MC4wLFwiUmlnaHRcIjowLjAsXCJCb3R0b21cIjowLjB9LFwiQmFja2dyb3VuZFwiOntcIiRpZFwiOlwiOTRcIixcIkNvbG9yXCI6e1wiJGlkXCI6XCI5NVwiLFwiQVwiOjI1NSxcIlJcIjowLFwiR1wiOjExNCxcIkJcIjoxODh9fSxcIklzVmlzaWJsZVwiOnRydWUsXCJXaWR0aFwiOjEzLjAsXCJIZWlnaHRcIjoxMy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VGFza1N0eWxlXCI6e1wiJGlkXCI6XCIxMTRcIixcIlNoYXBlXCI6MSxcIlNoYXBlVGhpY2tuZXNzXCI6MCxcIkR1cmF0aW9uRm9ybWF0XCI6MCxcIlBlcmNlbnRhZ2VDb21wbGV0ZVN0eWxlXCI6e1wiJGlkXCI6XCIxMTVcIixcIkZvbnRTZXR0aW5nc1wiOntcIiRpZFwiOlwiMTE2XCIsXCJGb250U2l6ZVwiOjEwLFwiRm9udE5hbWVcIjpcIkNhbGlicmlcIixcIklzQm9sZFwiOmZhbHNlLFwiSXNJdGFsaWNcIjpmYWxzZSxcIklzVW5kZXJsaW5lZFwiOmZhbHNlfSxcIkF1dG9TaXplXCI6MCxcIkZvcmVncm91bmRcIjp7XCIkaWRcIjpcIjExN1wiLFwiQ29sb3JcIjp7XCIkaWRcIjpcIjExOF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cmVmXCI6XCIzNlwifX0sXCJJc1Zpc2libGVcIjp0cnVlLFwiV2lkdGhcIjowLjAsXCJIZWlnaHRcIjowLjAsXCJCb3JkZXJTdHlsZVwiOm51bGx9LFwiRHVyYXRpb25TdHlsZVwiOntcIiRpZFwiOlwiMTIyXCIsXCJGb250U2V0dGluZ3NcIjp7XCIkaWRcIjpcIjEyM1wiLFwiRm9udFNpemVcIjoxMCxcIkZvbnROYW1lXCI6XCJDYWxpYnJpXCIsXCJJc0JvbGRcIjpmYWxzZSxcIklzSXRhbGljXCI6ZmFsc2UsXCJJc1VuZGVybGluZWRcIjpmYWxzZX0sXCJBdXRvU2l6ZVwiOjAsXCJGb3JlZ3JvdW5kXCI6e1wiJGlkXCI6XCIxMjRcIixcIkNvbG9yXCI6e1wiJGlkXCI6XCIxMjV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jZcIixcIlRvcFwiOjAuMCxcIkxlZnRcIjowLjAsXCJSaWdodFwiOjAuMCxcIkJvdHRvbVwiOjAuMH0sXCJQYWRkaW5nXCI6e1wiJGlkXCI6XCIxMjdcIixcIlRvcFwiOjAuMCxcIkxlZnRcIjowLjAsXCJSaWdodFwiOjAuMCxcIkJvdHRvbVwiOjAuMH0sXCJCYWNrZ3JvdW5kXCI6e1wiJGlkXCI6XCIxMjhcIixcIkNvbG9yXCI6e1wiJHJlZlwiOlwiMzZcIn19LFwiSXNWaXNpYmxlXCI6dHJ1ZSxcIldpZHRoXCI6MC4wLFwiSGVpZ2h0XCI6MC4wLFwiQm9yZGVyU3R5bGVcIjpudWxsfSxcIkhvcml6b250YWxDb25uZWN0b3JTdHlsZVwiOntcIiRpZFwiOlwiMTI5XCIsXCJMaW5lQ29sb3JcIjp7XCIkaWRcIjpcIjEzMFwiLFwiJHR5cGVcIjpcIk5MUkUuQ29tbW9uLkRvbS5Tb2xpZENvbG9yQnJ1c2gsIE5MUkUuQ29tbW9uXCIsXCJDb2xvclwiOntcIiRpZFwiOlwiMTMxXCIsXCJBXCI6MjU1LFwiUlwiOjIwNCxcIkdcIjoyMDQsXCJCXCI6MjA0fX0sXCJMaW5lV2VpZ2h0XCI6MS4wLFwiTGluZVR5cGVcIjowfSxcIlZlcnRpY2FsQ29ubmVjdG9yU3R5bGVcIjp7XCIkaWRcIjpcIjEzMlwiLFwiTGluZUNvbG9yXCI6e1wiJGlkXCI6XCIxMzNcIixcIiR0eXBlXCI6XCJOTFJFLkNvbW1vbi5Eb20uU29saWRDb2xvckJydXNoLCBOTFJFLkNvbW1vblwiLFwiQ29sb3JcIjp7XCIkaWRcIjpcIjEzNFwiLFwiQVwiOjI1NSxcIlJcIjoyMDQsXCJHXCI6MjA0LFwiQlwiOjIwNH19LFwiTGluZVdlaWdodFwiOjAuMCxcIkxpbmVUeXBlXCI6MH0sXCJNYXJnaW5cIjpudWxsLFwiU3RhcnREYXRlUG9zaXRpb25cIjozLFwiRW5kRGF0ZVBvc2l0aW9uXCI6MyxcIlRpdGxlUG9zaXRpb25cIjo0LFwiRHVyYXRpb25Qb3NpdGlvblwiOjYsXCJQZXJjZW50YWdlQ29tcGxldGVkUG9zaXRpb25cIjo2LFwiU3BhY2luZ1wiOjUsXCJJc0JlbG93VGltZWJhbmRcIjpmYWxzZSxcIlBlcmNlbnRhZ2VDb21wbGV0ZVNoYXBlT3BhY2l0eVwiOjM1LFwiR3JvdXBOYW1lXCI6bnVsbCxcIkF0dGFjaGVkTWlsZXN0b25lc1N0eWxlc1wiOm51bGwsXCJTaGFwZVN0eWxlXCI6e1wiJGlkXCI6XCIxMzVcIixcIk1hcmdpblwiOntcIiRpZFwiOlwiMTM2XCIsXCJUb3BcIjowLjAsXCJMZWZ0XCI6NC4wLFwiUmlnaHRcIjo0LjAsXCJCb3R0b21cIjowLjB9LFwiUGFkZGluZ1wiOntcIiRpZFwiOlwiMTM3XCIsXCJUb3BcIjowLjAsXCJMZWZ0XCI6MC4wLFwiUmlnaHRcIjowLjAsXCJCb3R0b21cIjowLjB9LFwiQmFja2dyb3VuZFwiOntcIiRpZFwiOlwiMTM4XCIsXCJDb2xvclwiOntcIiRpZFwiOlwiMTM5XCIsXCJBXCI6MjU1LFwiUlwiOjAsXCJHXCI6MTE0LFwiQlwiOjE4OH19LFwiSXNWaXNpYmxlXCI6dHJ1ZSxcIldpZHRoXCI6MC4wLFwiSGVpZ2h0XCI6MTAuMCxcIkJvcmRlclN0eWxlXCI6e1wiJGlkXCI6XCIxNDBcIixcIkxpbmVDb2xvclwiOntcIiRpZFwiOlwiMTQxXCIsXCIkdHlwZVwiOlwiTkxSRS5Db21tb24uRG9tLlNvbGlkQ29sb3JCcnVzaCwgTkxSRS5Db21tb25cIixcIkNvbG9yXCI6e1wiJGlkXCI6XCIxNDJcIixcIkFcIjoyNTUsXCJSXCI6MjU1LFwiR1wiOjAsXCJCXCI6MH19LFwiTGluZVdlaWdodFwiOjAuMCxcIkxpbmVUeXBlXCI6MH19LFwiVGl0bGVTdHlsZVwiOntcIiRpZFwiOlwiMTQzXCIsXCJGb250U2V0dGluZ3NcIjp7XCIkaWRcIjpcIjE0NFwiLFwiRm9udFNpemVcIjoxMSxcIkZvbnROYW1lXCI6XCJDYWxpYnJpXCIsXCJJc0JvbGRcIjp0cnVlLFwiSXNJdGFsaWNcIjpmYWxzZSxcIklzVW5kZXJsaW5lZFwiOmZhbHNlfSxcIkF1dG9TaXplXCI6MCxcIkZvcmVncm91bmRcIjp7XCIkaWRcIjpcIjE0NVwiLFwiQ29sb3JcIjp7XCIkaWRcIjpcIjE0NlwiLFwiQVwiOjI1NSxcIlJcIjowLFwiR1wiOjAsXCJCXCI6MH19LFwiQmFja2dyb3VuZEZpbGxUeXBlXCI6MCxcIk1heFdpZHRoXCI6OTYwLjAsXCJNYXhIZWlnaHRcIjpcIkluZmluaXR5XCIsXCJTbWFydEZvcmVncm91bmRJc0FjdGl2ZVwiOmZhbHNlLFwiSG9yaXpvbnRhbEFsaWdubWVudFwiOjAsXCJWZXJ0aWNhbEFsaWdubWVudFwiOjAsXCJTbWFydEZvcmVncm91bmRcIjpudWxsLFwiTWFyZ2luXCI6e1wiJGlkXCI6XCIxNDdcIixcIlRvcFwiOjAuMCxcIkxlZnRcIjowLjAsXCJSaWdodFwiOjAuMCxcIkJvdHRvbVwiOjAuMH0sXCJQYWRkaW5nXCI6e1wiJGlkXCI6XCIxNDhcIixcIlRvcFwiOjAuMCxcIkxlZnRcIjowLjAsXCJSaWdodFwiOjAuMCxcIkJvdHRvbVwiOjAuMH0sXCJCYWNrZ3JvdW5kXCI6e1wiJGlkXCI6XCIxNDlcIixcIkNvbG9yXCI6e1wiJHJlZlwiOlwiMzZcIn19LFwiSXNWaXNpYmxlXCI6dHJ1ZSxcIldpZHRoXCI6MC4wLFwiSGVpZ2h0XCI6MC4wLFwiQm9yZGVyU3R5bGVcIjpudWxsfSxcIkRhdGVTdHlsZVwiOntcIiRpZFwiOlwiMTUwXCIsXCJGb250U2V0dGluZ3NcIjp7XCIkaWRcIjpcIjE1MVwiLFwiRm9udFNpemVcIjoxMCxcIkZvbnROYW1lXCI6XCJDYWxpYnJpXCIsXCJJc0JvbGRcIjpmYWxzZSxcIklzSXRhbGljXCI6ZmFsc2UsXCJJc1VuZGVybGluZWRcIjpmYWxzZX0sXCJBdXRvU2l6ZVwiOjAsXCJGb3JlZ3JvdW5kXCI6e1wiJGlkXCI6XCIxNTJcIixcIkNvbG9yXCI6e1wiJGlkXCI6XCIxNTN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1NFwiLFwiVG9wXCI6MC4wLFwiTGVmdFwiOjAuMCxcIlJpZ2h0XCI6MC4wLFwiQm90dG9tXCI6MC4wfSxcIlBhZGRpbmdcIjp7XCIkaWRcIjpcIjE1NVwiLFwiVG9wXCI6MC4wLFwiTGVmdFwiOjAuMCxcIlJpZ2h0XCI6MC4wLFwiQm90dG9tXCI6MC4wfSxcIkJhY2tncm91bmRcIjp7XCIkaWRcIjpcIjE1NlwiLFwiQ29sb3JcIjp7XCIkcmVmXCI6XCIzNlwifX0sXCJJc1Zpc2libGVcIjp0cnVlLFwiV2lkdGhcIjowLjAsXCJIZWlnaHRcIjowLjAsXCJCb3JkZXJTdHlsZVwiOm51bGx9LFwiRGF0ZUZvcm1hdFwiOntcIiRpZFwiOlwiMTU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NThcIixcIkhlYWRlclN0eWxlXCI6e1wiJGlkXCI6XCIxNTlcIixcIlRleHRTdHlsZVwiOntcIiRpZFwiOlwiMTYwXCIsXCJGb250U2V0dGluZ3NcIjp7XCIkaWRcIjpcIjE2MVwiLFwiRm9udFNpemVcIjoxMixcIkZvbnROYW1lXCI6XCJDYWxpYnJpXCIsXCJJc0JvbGRcIjpmYWxzZSxcIklzSXRhbGljXCI6ZmFsc2UsXCJJc1VuZGVybGluZWRcIjpmYWxzZX0sXCJBdXRvU2l6ZVwiOjAsXCJGb3JlZ3JvdW5kXCI6e1wiJGlkXCI6XCIxNjJcIixcIkNvbG9yXCI6e1wiJGlkXCI6XCIxNjN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NjRcIixcIlRvcFwiOjAuMCxcIkxlZnRcIjowLjAsXCJSaWdodFwiOjAuMCxcIkJvdHRvbVwiOjAuMH0sXCJQYWRkaW5nXCI6e1wiJGlkXCI6XCIxNjVcIixcIlRvcFwiOjAuMCxcIkxlZnRcIjowLjAsXCJSaWdodFwiOjAuMCxcIkJvdHRvbVwiOjAuMH0sXCJCYWNrZ3JvdW5kXCI6bnVsbCxcIklzVmlzaWJsZVwiOmZhbHNlLFwiV2lkdGhcIjowLjAsXCJIZWlnaHRcIjowLjAsXCJCb3JkZXJTdHlsZVwiOm51bGx9LFwiUmVjdGFuZ2xl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xMjcsXCJSXCI6OTEsXCJHXCI6MTU1LFwiQlwiOjIxM319LFwiSXNWaXNpYmxlXCI6ZmFsc2UsXCJXaWR0aFwiOjAuMCxcIkhlaWdodFwiOjAuMCxcIkJvcmRlclN0eWxlXCI6e1wiJGlkXCI6XCIxNzFcIixcIkxpbmVDb2xvclwiOntcIiRpZFwiOlwiMTcyXCIsXCIkdHlwZVwiOlwiTkxSRS5Db21tb24uRG9tLlNvbGlkQ29sb3JCcnVzaCwgTkxSRS5Db21tb25cIixcIkNvbG9yXCI6e1wiJGlkXCI6XCIxNzNcIixcIkFcIjoyNTUsXCJSXCI6MjU1LFwiR1wiOjAsXCJCXCI6MH19LFwiTGluZVdlaWdodFwiOjAuMCxcIkxpbmVUeXBlXCI6MH19LFwiVGV4dElzVmVydGljYWxcIjpmYWxzZX0sXCJCYWNrZ3JvdW5kU3R5bGVcIjp7XCIkaWRcIjpcIjE3NFwiLFwiTWFyZ2luXCI6e1wiJGlkXCI6XCIxNzVcIixcIlRvcFwiOjAuMCxcIkxlZnRcIjowLjAsXCJSaWdodFwiOjAuMCxcIkJvdHRvbVwiOjAuMH0sXCJQYWRkaW5nXCI6e1wiJGlkXCI6XCIxNzZcIixcIlRvcFwiOjAuMCxcIkxlZnRcIjowLjAsXCJSaWdodFwiOjAuMCxcIkJvdHRvbVwiOjAuMH0sXCJCYWNrZ3JvdW5kXCI6e1wiJGlkXCI6XCIxNzdcIixcIkNvbG9yXCI6e1wiJGlkXCI6XCIxNzhcIixcIkFcIjozOCxcIlJcIjo5MSxcIkdcIjoxNTUsXCJCXCI6MjEzfX0sXCJJc1Zpc2libGVcIjp0cnVlLFwiV2lkdGhcIjowLjAsXCJIZWlnaHRcIjowLjAsXCJCb3JkZXJTdHlsZVwiOntcIiRpZFwiOlwiMTc5XCIsXCJMaW5lQ29sb3JcIjp7XCIkaWRcIjpcIjE4MFwiLFwiJHR5cGVcIjpcIk5MUkUuQ29tbW9uLkRvbS5Tb2xpZENvbG9yQnJ1c2gsIE5MUkUuQ29tbW9uXCIsXCJDb2xvclwiOntcIiRpZFwiOlwiMTgxXCIsXCJBXCI6MjU1LFwiUlwiOjI1NSxcIkdcIjowLFwiQlwiOjB9fSxcIkxpbmVXZWlnaHRcIjowLjAsXCJMaW5lVHlwZVwiOjB9fSxcIklzQWJvdmVUaW1lYmFuZFwiOmZhbHNlfSxcIkN1c3RvbU1pbGVzdG9uZVN0eWxlTGlzdFwiOltdLFwiQ3VzdG9tVGFza1N0eWxlTGlzdFwiOltdLFwiQ3VzdG9tU3dpbWxhbmVEZWZpbml0aW9uU3R5bGVMaXN0XCI6W10sXCJDdXN0b21Td2ltbGFuZVYyU3R5bGVMaXN0XCI6W10sXCJHcmlkbGluZVBhbmVsU3R5bGVcIjp7XCIkaWRcIjpcIjE4MlwiLFwiR3JpZGxpbmVTdHlsZVwiOntcIiRpZFwiOlwiMTgzXCIsXCJMaW5lQ29sb3JcIjp7XCIkaWRcIjpcIjE4NFwiLFwiJHR5cGVcIjpcIk5MUkUuQ29tbW9uLkRvbS5Tb2xpZENvbG9yQnJ1c2gsIE5MUkUuQ29tbW9uXCIsXCJDb2xvclwiOntcIiRpZFwiOlwiMTg1XCIsXCJBXCI6MzgsXCJSXCI6OTEsXCJHXCI6MTU1LFwiQlwiOjIxM319LFwiTGluZVdlaWdodFwiOjEuMCxcIkxpbmVUeXBlXCI6MH0sXCJJc1Zpc2libGVcIjp0cnVlfSxcIkFjdGl2aXR5TGluZVBhbmVsU3R5bGVcIjp7XCIkaWRcIjpcIjE4NlwiLFwiQWN0aXZpdHlMaW5lU3R5bGVcIjp7XCIkaWRcIjpcIjE4N1wiLFwiTGluZUNvbG9yXCI6e1wiJGlkXCI6XCIxODhcIixcIiR0eXBlXCI6XCJOTFJFLkNvbW1vbi5Eb20uU29saWRDb2xvckJydXNoLCBOTFJFLkNvbW1vblwiLFwiQ29sb3JcIjp7XCIkaWRcIjpcIjE4OVwiLFwiQVwiOjM4LFwiUlwiOjY4LFwiR1wiOjExNCxcIkJcIjoxOTZ9fSxcIkxpbmVXZWlnaHRcIjoxLjAsXCJMaW5lVHlwZVwiOjB9LFwiSXNWaXNpYmxlXCI6dHJ1ZX19LFwiU2NhbGVcIjp7XCIkaWRcIjpcIjE5MFwiLFwiU3RhcnREYXRlXCI6XCIwMDAxLTAxLTAxVDAwOjAwOjAwXCIsXCJFbmREYXRlXCI6XCIwMDAxLTAxLTAxVDAwOjAwOjAwXCIsXCJGb3JtYXRcIjpcIndcIixcIlR5cGVcIjoxLFwiQXV0b0RhdGVSYW5nZVwiOnRydWUsXCJXb3JraW5nRGF5c1wiOjMxLFwiVG9kYXlNYXJrZXJUZXh0XCI6XCJUb2RheVwiLFwiQXV0b1NjYWxlVHlwZVwiOnRydWV9LFwiU2NhbGVWMlwiOntcIiRpZFwiOlwiMTkxXCIsXCJTdGFydERhdGVcIjpcIjAwMDEtMDEtMDFUMDA6MDA6MDBcIixcIkVuZERhdGVcIjpcIjAwMDEtMDEtMDFUMDA6MDA6MDBcIixcIkF1dG9EYXRlUmFuZ2VcIjp0cnVlLFwiV29ya2luZ0RheXNcIjozMSxcIlRvZGF5TWFya2VyVGV4dFwiOlwiVG9kYXlcIixcIkF1dG9TY2FsZVR5cGVcIjp0cnVlLFwiVGltZWJhbmRTY2FsZXNcIjp7XCIkaWRcIjpcIjE5MlwiLFwiVG9wU2NhbGVMYXllclwiOntcIiRpZFwiOlwiMTkzXCIsXCJGb3JtYXRcIjpcIndcIixcIlR5cGVcIjoxfSxcIk1pZGRsZVNjYWxlTGF5ZXJcIjp7XCIkaWRcIjpcIjE5NFwiLFwiRm9ybWF0XCI6bnVsbCxcIlR5cGVcIjowfSxcIkJvdHRvbVNjYWxlTGF5ZXJcIjp7XCIkaWRcIjpcIjE5NVwiLFwiRm9ybWF0XCI6bnVsbCxcIlR5cGVcIjowfX19LFwiTWlsZXN0b25lc1wiOltdLFwiVGFza3NcIjpbXSxcIlN3aW1sYW5lc1wiOltdLFwiU3dpbWxhbmVzVjJcIjpbXSxcIlNldHRpbmdzXCI6e1wiJGlkXCI6XCIxOTZcIixcIkltcGFPcHRpb25zXCI6e1wiJGlkXCI6XCIxOTdcIixcIkxlZnRUb1JpZ2h0XCI6ZmFsc2UsXCJQYXlsb2FkT3B0aW9uc1wiOjJ9fSxcIlRpbWVDb25maWd1cmF0aW9uXCI6e1wiJGlkXCI6XCIxOThcIixcIlVzZVRpbWVcIjpmYWxzZSxcIldvcmtEYXlTdGFydFwiOlwiMDA6MDA6MDBcIixcIldvcmtEYXlFbmRcIjpcIjIzOjU5OjAwXCJ9fSJ9LCJTZXR0aW5ncyI6eyIkaWQiOiI4NDMiLCJJbXBhT3B0aW9ucyI6eyIkaWQiOiI4NDQ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4NDUiLCJVc2VUaW1lIjpmYWxzZSwiV29ya0RheVN0YXJ0IjoiMDA6MDA6MDAiLCJXb3JrRGF5RW5kIjoiMjM6NTk6MDAifSwiTGFzdFVzZWRUZW1wbGF0ZUlkIjoiNGZhOTU0ZTAtNjZjNS00NjU2LTg4ODEtNjExYjM4NjhlODdiIiwiRmlyc3RXZWVrT2ZZZWFyIjowLCJQbGFjZU1pbGVzdG9uZUF0VGhlQmVnaW5uaW5nT2ZUaGVEYXkiOmZhbHNl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SCALETYPE" val="Years"/>
  <p:tag name="OTLTIMEBANDSCALEFORMAT" val="MMM"/>
  <p:tag name="OTLTIMEBANDSHAPETYPE" val="EllipseTimeband"/>
  <p:tag name="OTLTIMEBANDSHAPEHEIGHT" val="30"/>
  <p:tag name="OTLTIMEBANDSHAPEPADDINGLEFT" val="13"/>
  <p:tag name="OTLTIMEBANDCULTUREINFO" val="en-US"/>
  <p:tag name="OTLTIMEBANDTHREEDEFFECTS" val="None"/>
  <p:tag name="OTLTIMEBANDAUTODATERANGE" val="True"/>
  <p:tag name="OTLTIMEBANDSTARTDATE" val="0001-01-01T00:00:00.0000000"/>
  <p:tag name="OTLTIMEBANDENDDATE" val="2020-08-31T23:59:00.0000000"/>
  <p:tag name="OTLTIMEBANDWORKINGDAYS" val="Standard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0"/>
  <p:tag name="OTLLEFTENDCAPSMARGINLEFT" val="61.309012875536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QUICKPOSITION" val="Custom"/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10-09-01T00:00:00.0000000Z"/>
  <p:tag name="OTLENDDATE" val="2015-08-31T23:59:00.0000000Z"/>
  <p:tag name="OTLDURATIONFORMAT" val="wk"/>
  <p:tag name="OTLSPACING" val="10"/>
  <p:tag name="OTLSHAPETHICKNESSTYPE" val="Regular"/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15-09-02T00:00:00.0000000Z"/>
  <p:tag name="OTLENDDATE" val="2018-08-31T23:59:00.0000000Z"/>
  <p:tag name="OTLDURATIONFORMAT" val="wk"/>
  <p:tag name="OTLSPACING" val="10"/>
  <p:tag name="OTLSHAPETHICKNESSTYPE" val="Regular"/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10-01-01T00:00:00.0000000Z"/>
  <p:tag name="OTLENDDATE" val="2012-07-31T23:59:00.0000000Z"/>
  <p:tag name="OTLDURATIONFORMAT" val="wk"/>
  <p:tag name="OTLSPACING" val="5"/>
  <p:tag name="OTLMARKERSHAPE" val="OTL"/>
  <p:tag name="OTLSHAPETHICKNESSTYPE" val="Custo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12-08-01T00:00:00.0000000Z"/>
  <p:tag name="OTLENDDATE" val="2015-09-30T23:59:00.0000000Z"/>
  <p:tag name="OTLDURATIONFORMAT" val="wk"/>
  <p:tag name="OTLSPACING" val="10"/>
  <p:tag name="OTLMARKERSHAPE" val="OTL"/>
  <p:tag name="OTLSHAPETHICKNESSTYPE" val="Custo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15-10-01T00:00:00.0000000Z"/>
  <p:tag name="OTLENDDATE" val="2019-12-31T23:59:00.0000000Z"/>
  <p:tag name="OTLDURATIONFORMAT" val="wk"/>
  <p:tag name="OTLSPACING" val="10"/>
  <p:tag name="OTLMARKERSHAPE" val="OTL"/>
  <p:tag name="OTLSHAPETHICKNESSTYPE" val="Custo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TITLE" val="Best Product Award"/>
  <p:tag name="OTLDATEFORMATSTRING" val="yyyy"/>
  <p:tag name="OTLDATE" val="2018-04-01T23:59:00.0000000"/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Outstanding App Award"/>
  <p:tag name="OTLPOSITIONONTASK" val="None"/>
  <p:tag name="OTLRELATEDTASKID" val="00000000-0000-0000-0000-000000000000"/>
  <p:tag name="OTLDATEFORMATSTRING" val="yyyy"/>
  <p:tag name="OTLDATE" val="2014-09-01T23:59:00.0000000"/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15-09-02T00:00:00.0000000Z"/>
  <p:tag name="OTLENDDATE" val="2018-08-31T23:59:00.0000000Z"/>
  <p:tag name="OTLDURATIONFORMAT" val="wk"/>
  <p:tag name="OTLSPACING" val="10"/>
  <p:tag name="OTLSHAPETHICKNESSTYPE" val="Regular"/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Outstanding App Award"/>
  <p:tag name="OTLPOSITIONONTASK" val="None"/>
  <p:tag name="OTLRELATEDTASKID" val="00000000-0000-0000-0000-000000000000"/>
  <p:tag name="OTLDATEFORMATSTRING" val="yyyy"/>
  <p:tag name="OTLDATE" val="2014-09-01T23:59:00.0000000"/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4402</TotalTime>
  <Words>362</Words>
  <Application>Microsoft Office PowerPoint</Application>
  <PresentationFormat>Widescreen</PresentationFormat>
  <Paragraphs>91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Office Theme</vt:lpstr>
      <vt:lpstr>RAYNARD MAGEHEMA Structural Engineer, P Eng. T  PhD Student – Civil Engineering.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Fragility Curves For Tunnels Under Blast Loading</dc:title>
  <dc:creator>Raynard Magehema</dc:creator>
  <cp:lastModifiedBy>Raynard Magehema</cp:lastModifiedBy>
  <cp:revision>78</cp:revision>
  <dcterms:created xsi:type="dcterms:W3CDTF">2023-10-28T19:41:03Z</dcterms:created>
  <dcterms:modified xsi:type="dcterms:W3CDTF">2025-05-13T14:52:27Z</dcterms:modified>
</cp:coreProperties>
</file>